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4"/>
  </p:sldMasterIdLst>
  <p:notesMasterIdLst>
    <p:notesMasterId r:id="rId19"/>
  </p:notesMasterIdLst>
  <p:handoutMasterIdLst>
    <p:handoutMasterId r:id="rId20"/>
  </p:handoutMasterIdLst>
  <p:sldIdLst>
    <p:sldId id="256" r:id="rId5"/>
    <p:sldId id="285" r:id="rId6"/>
    <p:sldId id="278" r:id="rId7"/>
    <p:sldId id="287" r:id="rId8"/>
    <p:sldId id="261" r:id="rId9"/>
    <p:sldId id="289" r:id="rId10"/>
    <p:sldId id="290" r:id="rId11"/>
    <p:sldId id="291" r:id="rId12"/>
    <p:sldId id="292" r:id="rId13"/>
    <p:sldId id="293" r:id="rId14"/>
    <p:sldId id="294" r:id="rId15"/>
    <p:sldId id="295" r:id="rId16"/>
    <p:sldId id="296" r:id="rId17"/>
    <p:sldId id="297"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4128" userDrawn="1">
          <p15:clr>
            <a:srgbClr val="A4A3A4"/>
          </p15:clr>
        </p15:guide>
        <p15:guide id="2" orient="horz" pos="96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5A5A5"/>
    <a:srgbClr val="BEB9AA"/>
    <a:srgbClr val="C0C9C2"/>
    <a:srgbClr val="AA9D92"/>
    <a:srgbClr val="F2F1EE"/>
    <a:srgbClr val="D8D2C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4407596-6122-4687-9681-321B8FFA8BF0}" v="256" dt="2026-01-08T05:46:59.53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3595" autoAdjust="0"/>
  </p:normalViewPr>
  <p:slideViewPr>
    <p:cSldViewPr snapToGrid="0">
      <p:cViewPr varScale="1">
        <p:scale>
          <a:sx n="77" d="100"/>
          <a:sy n="77" d="100"/>
        </p:scale>
        <p:origin x="912" y="62"/>
      </p:cViewPr>
      <p:guideLst>
        <p:guide pos="4128"/>
        <p:guide orient="horz" pos="960"/>
      </p:guideLst>
    </p:cSldViewPr>
  </p:slideViewPr>
  <p:outlineViewPr>
    <p:cViewPr>
      <p:scale>
        <a:sx n="33" d="100"/>
        <a:sy n="33" d="100"/>
      </p:scale>
      <p:origin x="0" y="-4027"/>
    </p:cViewPr>
  </p:outlineViewPr>
  <p:notesTextViewPr>
    <p:cViewPr>
      <p:scale>
        <a:sx n="1" d="1"/>
        <a:sy n="1" d="1"/>
      </p:scale>
      <p:origin x="0" y="0"/>
    </p:cViewPr>
  </p:notesTextViewPr>
  <p:sorterViewPr>
    <p:cViewPr>
      <p:scale>
        <a:sx n="80" d="100"/>
        <a:sy n="80" d="100"/>
      </p:scale>
      <p:origin x="0" y="0"/>
    </p:cViewPr>
  </p:sorterViewPr>
  <p:notesViewPr>
    <p:cSldViewPr snapToGrid="0">
      <p:cViewPr varScale="1">
        <p:scale>
          <a:sx n="65" d="100"/>
          <a:sy n="65" d="100"/>
        </p:scale>
        <p:origin x="2299" y="43"/>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microsoft.com/office/2015/10/relationships/revisionInfo" Target="revisionInfo.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6/11/relationships/changesInfo" Target="changesInfos/changesInfo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ANITHA N" userId="c1f231e4-c5e1-4977-8877-7ca7a51239b8" providerId="ADAL" clId="{BCAA61EB-BC7E-4557-8247-383387E55EA6}"/>
    <pc:docChg chg="undo custSel addSld delSld modSld sldOrd">
      <pc:chgData name="RANITHA N" userId="c1f231e4-c5e1-4977-8877-7ca7a51239b8" providerId="ADAL" clId="{BCAA61EB-BC7E-4557-8247-383387E55EA6}" dt="2026-01-08T16:00:38.466" v="1744" actId="1076"/>
      <pc:docMkLst>
        <pc:docMk/>
      </pc:docMkLst>
      <pc:sldChg chg="modSp mod">
        <pc:chgData name="RANITHA N" userId="c1f231e4-c5e1-4977-8877-7ca7a51239b8" providerId="ADAL" clId="{BCAA61EB-BC7E-4557-8247-383387E55EA6}" dt="2026-01-08T04:33:03.300" v="1558" actId="1038"/>
        <pc:sldMkLst>
          <pc:docMk/>
          <pc:sldMk cId="2259308896" sldId="256"/>
        </pc:sldMkLst>
        <pc:spChg chg="mod">
          <ac:chgData name="RANITHA N" userId="c1f231e4-c5e1-4977-8877-7ca7a51239b8" providerId="ADAL" clId="{BCAA61EB-BC7E-4557-8247-383387E55EA6}" dt="2026-01-08T04:26:10.294" v="1555" actId="20577"/>
          <ac:spMkLst>
            <pc:docMk/>
            <pc:sldMk cId="2259308896" sldId="256"/>
            <ac:spMk id="4" creationId="{88467C95-DF23-40B9-B265-2E6F3DE29030}"/>
          </ac:spMkLst>
        </pc:spChg>
        <pc:spChg chg="mod">
          <ac:chgData name="RANITHA N" userId="c1f231e4-c5e1-4977-8877-7ca7a51239b8" providerId="ADAL" clId="{BCAA61EB-BC7E-4557-8247-383387E55EA6}" dt="2026-01-08T04:23:14.469" v="1551" actId="20577"/>
          <ac:spMkLst>
            <pc:docMk/>
            <pc:sldMk cId="2259308896" sldId="256"/>
            <ac:spMk id="9" creationId="{44B65A67-C906-6696-7419-866A33B692F2}"/>
          </ac:spMkLst>
        </pc:spChg>
        <pc:picChg chg="mod">
          <ac:chgData name="RANITHA N" userId="c1f231e4-c5e1-4977-8877-7ca7a51239b8" providerId="ADAL" clId="{BCAA61EB-BC7E-4557-8247-383387E55EA6}" dt="2026-01-08T04:33:03.300" v="1558" actId="1038"/>
          <ac:picMkLst>
            <pc:docMk/>
            <pc:sldMk cId="2259308896" sldId="256"/>
            <ac:picMk id="8" creationId="{C21EDA9F-CFDD-155A-E185-376220CE9E25}"/>
          </ac:picMkLst>
        </pc:picChg>
      </pc:sldChg>
      <pc:sldChg chg="del">
        <pc:chgData name="RANITHA N" userId="c1f231e4-c5e1-4977-8877-7ca7a51239b8" providerId="ADAL" clId="{BCAA61EB-BC7E-4557-8247-383387E55EA6}" dt="2026-01-08T02:35:04.892" v="1060" actId="2696"/>
        <pc:sldMkLst>
          <pc:docMk/>
          <pc:sldMk cId="4212917468" sldId="260"/>
        </pc:sldMkLst>
      </pc:sldChg>
      <pc:sldChg chg="addSp delSp modSp mod setBg">
        <pc:chgData name="RANITHA N" userId="c1f231e4-c5e1-4977-8877-7ca7a51239b8" providerId="ADAL" clId="{BCAA61EB-BC7E-4557-8247-383387E55EA6}" dt="2026-01-08T05:34:41.351" v="1674" actId="1076"/>
        <pc:sldMkLst>
          <pc:docMk/>
          <pc:sldMk cId="1527386939" sldId="261"/>
        </pc:sldMkLst>
        <pc:spChg chg="add">
          <ac:chgData name="RANITHA N" userId="c1f231e4-c5e1-4977-8877-7ca7a51239b8" providerId="ADAL" clId="{BCAA61EB-BC7E-4557-8247-383387E55EA6}" dt="2026-01-08T05:32:49.956" v="1658"/>
          <ac:spMkLst>
            <pc:docMk/>
            <pc:sldMk cId="1527386939" sldId="261"/>
            <ac:spMk id="2" creationId="{15C09C45-606C-95BD-4034-2CC602CA8532}"/>
          </ac:spMkLst>
        </pc:spChg>
        <pc:spChg chg="add del mod">
          <ac:chgData name="RANITHA N" userId="c1f231e4-c5e1-4977-8877-7ca7a51239b8" providerId="ADAL" clId="{BCAA61EB-BC7E-4557-8247-383387E55EA6}" dt="2026-01-08T02:25:59.681" v="809"/>
          <ac:spMkLst>
            <pc:docMk/>
            <pc:sldMk cId="1527386939" sldId="261"/>
            <ac:spMk id="3" creationId="{3BE982E0-264A-C269-B0A8-2A9CFFCD4406}"/>
          </ac:spMkLst>
        </pc:spChg>
        <pc:spChg chg="del mod">
          <ac:chgData name="RANITHA N" userId="c1f231e4-c5e1-4977-8877-7ca7a51239b8" providerId="ADAL" clId="{BCAA61EB-BC7E-4557-8247-383387E55EA6}" dt="2026-01-08T05:33:34.197" v="1665" actId="21"/>
          <ac:spMkLst>
            <pc:docMk/>
            <pc:sldMk cId="1527386939" sldId="261"/>
            <ac:spMk id="4" creationId="{07A371F5-EAAD-4ADC-8D3F-1CBB98D52839}"/>
          </ac:spMkLst>
        </pc:spChg>
        <pc:spChg chg="add del mod">
          <ac:chgData name="RANITHA N" userId="c1f231e4-c5e1-4977-8877-7ca7a51239b8" providerId="ADAL" clId="{BCAA61EB-BC7E-4557-8247-383387E55EA6}" dt="2026-01-08T05:33:37.713" v="1666"/>
          <ac:spMkLst>
            <pc:docMk/>
            <pc:sldMk cId="1527386939" sldId="261"/>
            <ac:spMk id="6" creationId="{F0589E70-2E4A-DAB0-4E10-4B0B0C745AD9}"/>
          </ac:spMkLst>
        </pc:spChg>
        <pc:spChg chg="add mod">
          <ac:chgData name="RANITHA N" userId="c1f231e4-c5e1-4977-8877-7ca7a51239b8" providerId="ADAL" clId="{BCAA61EB-BC7E-4557-8247-383387E55EA6}" dt="2026-01-08T05:33:37.713" v="1666"/>
          <ac:spMkLst>
            <pc:docMk/>
            <pc:sldMk cId="1527386939" sldId="261"/>
            <ac:spMk id="7" creationId="{07A371F5-EAAD-4ADC-8D3F-1CBB98D52839}"/>
          </ac:spMkLst>
        </pc:spChg>
        <pc:spChg chg="add">
          <ac:chgData name="RANITHA N" userId="c1f231e4-c5e1-4977-8877-7ca7a51239b8" providerId="ADAL" clId="{BCAA61EB-BC7E-4557-8247-383387E55EA6}" dt="2026-01-08T02:27:40.403" v="832"/>
          <ac:spMkLst>
            <pc:docMk/>
            <pc:sldMk cId="1527386939" sldId="261"/>
            <ac:spMk id="7" creationId="{FC723ECF-71D0-52B3-12FB-A0BC9E302508}"/>
          </ac:spMkLst>
        </pc:spChg>
        <pc:spChg chg="mod">
          <ac:chgData name="RANITHA N" userId="c1f231e4-c5e1-4977-8877-7ca7a51239b8" providerId="ADAL" clId="{BCAA61EB-BC7E-4557-8247-383387E55EA6}" dt="2026-01-08T02:26:10.774" v="810" actId="26606"/>
          <ac:spMkLst>
            <pc:docMk/>
            <pc:sldMk cId="1527386939" sldId="261"/>
            <ac:spMk id="8" creationId="{E9F303BF-0A3C-497A-B99B-BEA514C0269A}"/>
          </ac:spMkLst>
        </pc:spChg>
        <pc:spChg chg="mod">
          <ac:chgData name="RANITHA N" userId="c1f231e4-c5e1-4977-8877-7ca7a51239b8" providerId="ADAL" clId="{BCAA61EB-BC7E-4557-8247-383387E55EA6}" dt="2026-01-08T02:26:10.774" v="810" actId="26606"/>
          <ac:spMkLst>
            <pc:docMk/>
            <pc:sldMk cId="1527386939" sldId="261"/>
            <ac:spMk id="9" creationId="{9057E93D-BB39-4013-A843-780147924DB7}"/>
          </ac:spMkLst>
        </pc:spChg>
        <pc:spChg chg="add del mod">
          <ac:chgData name="RANITHA N" userId="c1f231e4-c5e1-4977-8877-7ca7a51239b8" providerId="ADAL" clId="{BCAA61EB-BC7E-4557-8247-383387E55EA6}" dt="2026-01-08T05:34:15.153" v="1671" actId="21"/>
          <ac:spMkLst>
            <pc:docMk/>
            <pc:sldMk cId="1527386939" sldId="261"/>
            <ac:spMk id="11" creationId="{460DDE05-BDB6-62CD-4A4B-415BA14F5B36}"/>
          </ac:spMkLst>
        </pc:spChg>
        <pc:spChg chg="add del mod">
          <ac:chgData name="RANITHA N" userId="c1f231e4-c5e1-4977-8877-7ca7a51239b8" providerId="ADAL" clId="{BCAA61EB-BC7E-4557-8247-383387E55EA6}" dt="2026-01-08T02:28:24.939" v="839" actId="478"/>
          <ac:spMkLst>
            <pc:docMk/>
            <pc:sldMk cId="1527386939" sldId="261"/>
            <ac:spMk id="11" creationId="{D67B1FD3-EF54-FD38-187F-544514D15364}"/>
          </ac:spMkLst>
        </pc:spChg>
        <pc:spChg chg="add mod">
          <ac:chgData name="RANITHA N" userId="c1f231e4-c5e1-4977-8877-7ca7a51239b8" providerId="ADAL" clId="{BCAA61EB-BC7E-4557-8247-383387E55EA6}" dt="2026-01-08T05:34:41.351" v="1674" actId="1076"/>
          <ac:spMkLst>
            <pc:docMk/>
            <pc:sldMk cId="1527386939" sldId="261"/>
            <ac:spMk id="12" creationId="{F61CB444-89EE-C7C8-7EFC-A0FD871BC2FF}"/>
          </ac:spMkLst>
        </pc:spChg>
        <pc:spChg chg="add del mod">
          <ac:chgData name="RANITHA N" userId="c1f231e4-c5e1-4977-8877-7ca7a51239b8" providerId="ADAL" clId="{BCAA61EB-BC7E-4557-8247-383387E55EA6}" dt="2026-01-08T05:33:54.093" v="1667" actId="21"/>
          <ac:spMkLst>
            <pc:docMk/>
            <pc:sldMk cId="1527386939" sldId="261"/>
            <ac:spMk id="13" creationId="{F61CB444-89EE-C7C8-7EFC-A0FD871BC2FF}"/>
          </ac:spMkLst>
        </pc:spChg>
        <pc:grpChg chg="add">
          <ac:chgData name="RANITHA N" userId="c1f231e4-c5e1-4977-8877-7ca7a51239b8" providerId="ADAL" clId="{BCAA61EB-BC7E-4557-8247-383387E55EA6}" dt="2026-01-08T02:26:10.774" v="810" actId="26606"/>
          <ac:grpSpMkLst>
            <pc:docMk/>
            <pc:sldMk cId="1527386939" sldId="261"/>
            <ac:grpSpMk id="16" creationId="{5EFBDE31-BB3E-6CFC-23CD-B5976DA38438}"/>
          </ac:grpSpMkLst>
        </pc:grpChg>
        <pc:graphicFrameChg chg="del mod">
          <ac:chgData name="RANITHA N" userId="c1f231e4-c5e1-4977-8877-7ca7a51239b8" providerId="ADAL" clId="{BCAA61EB-BC7E-4557-8247-383387E55EA6}" dt="2026-01-08T02:25:21.779" v="776" actId="21"/>
          <ac:graphicFrameMkLst>
            <pc:docMk/>
            <pc:sldMk cId="1527386939" sldId="261"/>
            <ac:graphicFrameMk id="10" creationId="{362B2925-E8FE-473D-8655-B0D2843619D0}"/>
          </ac:graphicFrameMkLst>
        </pc:graphicFrameChg>
        <pc:picChg chg="add mod">
          <ac:chgData name="RANITHA N" userId="c1f231e4-c5e1-4977-8877-7ca7a51239b8" providerId="ADAL" clId="{BCAA61EB-BC7E-4557-8247-383387E55EA6}" dt="2026-01-08T05:34:34.915" v="1673" actId="29295"/>
          <ac:picMkLst>
            <pc:docMk/>
            <pc:sldMk cId="1527386939" sldId="261"/>
            <ac:picMk id="3" creationId="{17F641B7-E441-7D3C-AE92-FB4A1691799B}"/>
          </ac:picMkLst>
        </pc:picChg>
        <pc:picChg chg="add del mod ord">
          <ac:chgData name="RANITHA N" userId="c1f231e4-c5e1-4977-8877-7ca7a51239b8" providerId="ADAL" clId="{BCAA61EB-BC7E-4557-8247-383387E55EA6}" dt="2026-01-08T02:26:23.102" v="811" actId="21"/>
          <ac:picMkLst>
            <pc:docMk/>
            <pc:sldMk cId="1527386939" sldId="261"/>
            <ac:picMk id="6" creationId="{64BFD918-F0DD-D1E3-3485-3EBA68CF639E}"/>
          </ac:picMkLst>
        </pc:picChg>
      </pc:sldChg>
      <pc:sldChg chg="del">
        <pc:chgData name="RANITHA N" userId="c1f231e4-c5e1-4977-8877-7ca7a51239b8" providerId="ADAL" clId="{BCAA61EB-BC7E-4557-8247-383387E55EA6}" dt="2026-01-08T03:45:49.648" v="1486" actId="2696"/>
        <pc:sldMkLst>
          <pc:docMk/>
          <pc:sldMk cId="700209266" sldId="264"/>
        </pc:sldMkLst>
      </pc:sldChg>
      <pc:sldChg chg="del">
        <pc:chgData name="RANITHA N" userId="c1f231e4-c5e1-4977-8877-7ca7a51239b8" providerId="ADAL" clId="{BCAA61EB-BC7E-4557-8247-383387E55EA6}" dt="2026-01-08T03:45:46.189" v="1485" actId="2696"/>
        <pc:sldMkLst>
          <pc:docMk/>
          <pc:sldMk cId="2563119616" sldId="265"/>
        </pc:sldMkLst>
      </pc:sldChg>
      <pc:sldChg chg="del">
        <pc:chgData name="RANITHA N" userId="c1f231e4-c5e1-4977-8877-7ca7a51239b8" providerId="ADAL" clId="{BCAA61EB-BC7E-4557-8247-383387E55EA6}" dt="2026-01-08T03:45:32.719" v="1481" actId="2696"/>
        <pc:sldMkLst>
          <pc:docMk/>
          <pc:sldMk cId="445070695" sldId="267"/>
        </pc:sldMkLst>
      </pc:sldChg>
      <pc:sldChg chg="addSp delSp modSp mod setBg addAnim">
        <pc:chgData name="RANITHA N" userId="c1f231e4-c5e1-4977-8877-7ca7a51239b8" providerId="ADAL" clId="{BCAA61EB-BC7E-4557-8247-383387E55EA6}" dt="2026-01-08T01:30:04.735" v="657"/>
        <pc:sldMkLst>
          <pc:docMk/>
          <pc:sldMk cId="2371293676" sldId="278"/>
        </pc:sldMkLst>
        <pc:spChg chg="del mod">
          <ac:chgData name="RANITHA N" userId="c1f231e4-c5e1-4977-8877-7ca7a51239b8" providerId="ADAL" clId="{BCAA61EB-BC7E-4557-8247-383387E55EA6}" dt="2026-01-08T01:01:06.380" v="148"/>
          <ac:spMkLst>
            <pc:docMk/>
            <pc:sldMk cId="2371293676" sldId="278"/>
            <ac:spMk id="3" creationId="{95B371F2-DBA5-415A-82C8-651F587B857A}"/>
          </ac:spMkLst>
        </pc:spChg>
        <pc:spChg chg="add del mod">
          <ac:chgData name="RANITHA N" userId="c1f231e4-c5e1-4977-8877-7ca7a51239b8" providerId="ADAL" clId="{BCAA61EB-BC7E-4557-8247-383387E55EA6}" dt="2026-01-08T00:53:13.912" v="54"/>
          <ac:spMkLst>
            <pc:docMk/>
            <pc:sldMk cId="2371293676" sldId="278"/>
            <ac:spMk id="4" creationId="{34485392-9359-56C5-3BCF-40CCA2DD37FE}"/>
          </ac:spMkLst>
        </pc:spChg>
        <pc:spChg chg="add del mod">
          <ac:chgData name="RANITHA N" userId="c1f231e4-c5e1-4977-8877-7ca7a51239b8" providerId="ADAL" clId="{BCAA61EB-BC7E-4557-8247-383387E55EA6}" dt="2026-01-08T00:53:43.053" v="59" actId="21"/>
          <ac:spMkLst>
            <pc:docMk/>
            <pc:sldMk cId="2371293676" sldId="278"/>
            <ac:spMk id="6" creationId="{7B7A5880-94AA-B3F2-C018-318ACC9340C8}"/>
          </ac:spMkLst>
        </pc:spChg>
        <pc:spChg chg="add del mod">
          <ac:chgData name="RANITHA N" userId="c1f231e4-c5e1-4977-8877-7ca7a51239b8" providerId="ADAL" clId="{BCAA61EB-BC7E-4557-8247-383387E55EA6}" dt="2026-01-08T00:53:48.932" v="60" actId="21"/>
          <ac:spMkLst>
            <pc:docMk/>
            <pc:sldMk cId="2371293676" sldId="278"/>
            <ac:spMk id="8" creationId="{0DDC3AEF-9459-080E-4241-D1F6516DC828}"/>
          </ac:spMkLst>
        </pc:spChg>
        <pc:spChg chg="add del mod">
          <ac:chgData name="RANITHA N" userId="c1f231e4-c5e1-4977-8877-7ca7a51239b8" providerId="ADAL" clId="{BCAA61EB-BC7E-4557-8247-383387E55EA6}" dt="2026-01-08T00:54:34.396" v="71"/>
          <ac:spMkLst>
            <pc:docMk/>
            <pc:sldMk cId="2371293676" sldId="278"/>
            <ac:spMk id="9" creationId="{5EB3F71B-816E-3EB3-8BFC-882A37451EE9}"/>
          </ac:spMkLst>
        </pc:spChg>
        <pc:spChg chg="add mod">
          <ac:chgData name="RANITHA N" userId="c1f231e4-c5e1-4977-8877-7ca7a51239b8" providerId="ADAL" clId="{BCAA61EB-BC7E-4557-8247-383387E55EA6}" dt="2026-01-08T01:07:04.286" v="612" actId="1076"/>
          <ac:spMkLst>
            <pc:docMk/>
            <pc:sldMk cId="2371293676" sldId="278"/>
            <ac:spMk id="11" creationId="{84197CCF-3D77-CD83-3151-9C581E987335}"/>
          </ac:spMkLst>
        </pc:spChg>
        <pc:spChg chg="mod">
          <ac:chgData name="RANITHA N" userId="c1f231e4-c5e1-4977-8877-7ca7a51239b8" providerId="ADAL" clId="{BCAA61EB-BC7E-4557-8247-383387E55EA6}" dt="2026-01-08T01:30:04.735" v="657"/>
          <ac:spMkLst>
            <pc:docMk/>
            <pc:sldMk cId="2371293676" sldId="278"/>
            <ac:spMk id="18" creationId="{EA6B7DE5-BFCC-4EEF-9609-8AA1C7CAD3B0}"/>
          </ac:spMkLst>
        </pc:spChg>
        <pc:spChg chg="del mod">
          <ac:chgData name="RANITHA N" userId="c1f231e4-c5e1-4977-8877-7ca7a51239b8" providerId="ADAL" clId="{BCAA61EB-BC7E-4557-8247-383387E55EA6}" dt="2026-01-08T00:53:33.046" v="58" actId="21"/>
          <ac:spMkLst>
            <pc:docMk/>
            <pc:sldMk cId="2371293676" sldId="278"/>
            <ac:spMk id="25" creationId="{BE394849-EE6D-4358-A824-BBF6E518EAEA}"/>
          </ac:spMkLst>
        </pc:spChg>
        <pc:spChg chg="mod">
          <ac:chgData name="RANITHA N" userId="c1f231e4-c5e1-4977-8877-7ca7a51239b8" providerId="ADAL" clId="{BCAA61EB-BC7E-4557-8247-383387E55EA6}" dt="2026-01-08T00:55:51.408" v="103" actId="26606"/>
          <ac:spMkLst>
            <pc:docMk/>
            <pc:sldMk cId="2371293676" sldId="278"/>
            <ac:spMk id="34" creationId="{D30A968E-AB03-4BB5-BF8E-EB31DFD33B17}"/>
          </ac:spMkLst>
        </pc:spChg>
        <pc:spChg chg="mod">
          <ac:chgData name="RANITHA N" userId="c1f231e4-c5e1-4977-8877-7ca7a51239b8" providerId="ADAL" clId="{BCAA61EB-BC7E-4557-8247-383387E55EA6}" dt="2026-01-08T00:58:02.181" v="131" actId="26606"/>
          <ac:spMkLst>
            <pc:docMk/>
            <pc:sldMk cId="2371293676" sldId="278"/>
            <ac:spMk id="35" creationId="{5789CCB9-138D-4D90-8AFB-AC5C73612512}"/>
          </ac:spMkLst>
        </pc:spChg>
        <pc:spChg chg="add del">
          <ac:chgData name="RANITHA N" userId="c1f231e4-c5e1-4977-8877-7ca7a51239b8" providerId="ADAL" clId="{BCAA61EB-BC7E-4557-8247-383387E55EA6}" dt="2026-01-08T00:58:02.181" v="131" actId="26606"/>
          <ac:spMkLst>
            <pc:docMk/>
            <pc:sldMk cId="2371293676" sldId="278"/>
            <ac:spMk id="58" creationId="{C73BBEEF-B456-4A39-B44B-5A53E698A15D}"/>
          </ac:spMkLst>
        </pc:spChg>
        <pc:spChg chg="add del">
          <ac:chgData name="RANITHA N" userId="c1f231e4-c5e1-4977-8877-7ca7a51239b8" providerId="ADAL" clId="{BCAA61EB-BC7E-4557-8247-383387E55EA6}" dt="2026-01-08T00:58:02.181" v="131" actId="26606"/>
          <ac:spMkLst>
            <pc:docMk/>
            <pc:sldMk cId="2371293676" sldId="278"/>
            <ac:spMk id="60" creationId="{13A48C6C-3CC4-4EE5-A773-EC1EB7F59CD4}"/>
          </ac:spMkLst>
        </pc:spChg>
        <pc:spChg chg="add del">
          <ac:chgData name="RANITHA N" userId="c1f231e4-c5e1-4977-8877-7ca7a51239b8" providerId="ADAL" clId="{BCAA61EB-BC7E-4557-8247-383387E55EA6}" dt="2026-01-08T00:58:02.181" v="131" actId="26606"/>
          <ac:spMkLst>
            <pc:docMk/>
            <pc:sldMk cId="2371293676" sldId="278"/>
            <ac:spMk id="62" creationId="{F489C2E0-4895-4B72-85EA-7EE9FAFFDC7E}"/>
          </ac:spMkLst>
        </pc:spChg>
        <pc:grpChg chg="add del">
          <ac:chgData name="RANITHA N" userId="c1f231e4-c5e1-4977-8877-7ca7a51239b8" providerId="ADAL" clId="{BCAA61EB-BC7E-4557-8247-383387E55EA6}" dt="2026-01-08T00:55:51.408" v="104" actId="26606"/>
          <ac:grpSpMkLst>
            <pc:docMk/>
            <pc:sldMk cId="2371293676" sldId="278"/>
            <ac:grpSpMk id="40" creationId="{780C4553-5AA5-ABAD-A86E-A9DB53A55466}"/>
          </ac:grpSpMkLst>
        </pc:grpChg>
        <pc:grpChg chg="add del">
          <ac:chgData name="RANITHA N" userId="c1f231e4-c5e1-4977-8877-7ca7a51239b8" providerId="ADAL" clId="{BCAA61EB-BC7E-4557-8247-383387E55EA6}" dt="2026-01-08T00:55:51.408" v="103" actId="26606"/>
          <ac:grpSpMkLst>
            <pc:docMk/>
            <pc:sldMk cId="2371293676" sldId="278"/>
            <ac:grpSpMk id="47" creationId="{4C4BC784-2004-F0C3-0968-B0F39DBB54B1}"/>
          </ac:grpSpMkLst>
        </pc:grpChg>
        <pc:grpChg chg="add del">
          <ac:chgData name="RANITHA N" userId="c1f231e4-c5e1-4977-8877-7ca7a51239b8" providerId="ADAL" clId="{BCAA61EB-BC7E-4557-8247-383387E55EA6}" dt="2026-01-08T00:56:27.863" v="110" actId="26606"/>
          <ac:grpSpMkLst>
            <pc:docMk/>
            <pc:sldMk cId="2371293676" sldId="278"/>
            <ac:grpSpMk id="51" creationId="{780C4553-5AA5-ABAD-A86E-A9DB53A55466}"/>
          </ac:grpSpMkLst>
        </pc:grpChg>
        <pc:grpChg chg="add">
          <ac:chgData name="RANITHA N" userId="c1f231e4-c5e1-4977-8877-7ca7a51239b8" providerId="ADAL" clId="{BCAA61EB-BC7E-4557-8247-383387E55EA6}" dt="2026-01-08T00:58:02.181" v="131" actId="26606"/>
          <ac:grpSpMkLst>
            <pc:docMk/>
            <pc:sldMk cId="2371293676" sldId="278"/>
            <ac:grpSpMk id="67" creationId="{5EFBDE31-BB3E-6CFC-23CD-B5976DA38438}"/>
          </ac:grpSpMkLst>
        </pc:grpChg>
        <pc:picChg chg="add mod ord">
          <ac:chgData name="RANITHA N" userId="c1f231e4-c5e1-4977-8877-7ca7a51239b8" providerId="ADAL" clId="{BCAA61EB-BC7E-4557-8247-383387E55EA6}" dt="2026-01-08T01:01:01.890" v="147" actId="14100"/>
          <ac:picMkLst>
            <pc:docMk/>
            <pc:sldMk cId="2371293676" sldId="278"/>
            <ac:picMk id="10" creationId="{4EA3C320-5DB4-D746-F3D3-4C9BCEFBD00E}"/>
          </ac:picMkLst>
        </pc:picChg>
        <pc:picChg chg="del">
          <ac:chgData name="RANITHA N" userId="c1f231e4-c5e1-4977-8877-7ca7a51239b8" providerId="ADAL" clId="{BCAA61EB-BC7E-4557-8247-383387E55EA6}" dt="2026-01-08T00:51:35.467" v="46" actId="478"/>
          <ac:picMkLst>
            <pc:docMk/>
            <pc:sldMk cId="2371293676" sldId="278"/>
            <ac:picMk id="27" creationId="{FC80FA98-D238-41BC-848B-15F7D2C9D061}"/>
          </ac:picMkLst>
        </pc:picChg>
        <pc:picChg chg="del">
          <ac:chgData name="RANITHA N" userId="c1f231e4-c5e1-4977-8877-7ca7a51239b8" providerId="ADAL" clId="{BCAA61EB-BC7E-4557-8247-383387E55EA6}" dt="2026-01-08T00:51:37.879" v="47" actId="478"/>
          <ac:picMkLst>
            <pc:docMk/>
            <pc:sldMk cId="2371293676" sldId="278"/>
            <ac:picMk id="29" creationId="{071DE959-F62C-476A-A8B1-B4C0E3CC7BA6}"/>
          </ac:picMkLst>
        </pc:picChg>
        <pc:picChg chg="del">
          <ac:chgData name="RANITHA N" userId="c1f231e4-c5e1-4977-8877-7ca7a51239b8" providerId="ADAL" clId="{BCAA61EB-BC7E-4557-8247-383387E55EA6}" dt="2026-01-08T00:51:40.814" v="48" actId="478"/>
          <ac:picMkLst>
            <pc:docMk/>
            <pc:sldMk cId="2371293676" sldId="278"/>
            <ac:picMk id="31" creationId="{26F59C63-890F-4F30-B979-40A77F09EDB5}"/>
          </ac:picMkLst>
        </pc:picChg>
        <pc:picChg chg="add del mod">
          <ac:chgData name="RANITHA N" userId="c1f231e4-c5e1-4977-8877-7ca7a51239b8" providerId="ADAL" clId="{BCAA61EB-BC7E-4557-8247-383387E55EA6}" dt="2026-01-08T00:54:29.127" v="69" actId="21"/>
          <ac:picMkLst>
            <pc:docMk/>
            <pc:sldMk cId="2371293676" sldId="278"/>
            <ac:picMk id="1026" creationId="{4EA3C320-5DB4-D746-F3D3-4C9BCEFBD00E}"/>
          </ac:picMkLst>
        </pc:picChg>
      </pc:sldChg>
      <pc:sldChg chg="del">
        <pc:chgData name="RANITHA N" userId="c1f231e4-c5e1-4977-8877-7ca7a51239b8" providerId="ADAL" clId="{BCAA61EB-BC7E-4557-8247-383387E55EA6}" dt="2026-01-08T03:45:18.687" v="1479" actId="2696"/>
        <pc:sldMkLst>
          <pc:docMk/>
          <pc:sldMk cId="675137161" sldId="281"/>
        </pc:sldMkLst>
      </pc:sldChg>
      <pc:sldChg chg="del">
        <pc:chgData name="RANITHA N" userId="c1f231e4-c5e1-4977-8877-7ca7a51239b8" providerId="ADAL" clId="{BCAA61EB-BC7E-4557-8247-383387E55EA6}" dt="2026-01-08T03:45:42.686" v="1484" actId="2696"/>
        <pc:sldMkLst>
          <pc:docMk/>
          <pc:sldMk cId="344939837" sldId="283"/>
        </pc:sldMkLst>
      </pc:sldChg>
      <pc:sldChg chg="addSp modSp del mod">
        <pc:chgData name="RANITHA N" userId="c1f231e4-c5e1-4977-8877-7ca7a51239b8" providerId="ADAL" clId="{BCAA61EB-BC7E-4557-8247-383387E55EA6}" dt="2026-01-08T02:54:35.849" v="1395" actId="2696"/>
        <pc:sldMkLst>
          <pc:docMk/>
          <pc:sldMk cId="3483999599" sldId="284"/>
        </pc:sldMkLst>
        <pc:picChg chg="add mod">
          <ac:chgData name="RANITHA N" userId="c1f231e4-c5e1-4977-8877-7ca7a51239b8" providerId="ADAL" clId="{BCAA61EB-BC7E-4557-8247-383387E55EA6}" dt="2026-01-08T02:54:24.016" v="1393" actId="14100"/>
          <ac:picMkLst>
            <pc:docMk/>
            <pc:sldMk cId="3483999599" sldId="284"/>
            <ac:picMk id="3" creationId="{D2796639-F6E8-B5E5-1BBB-45BE09BAA041}"/>
          </ac:picMkLst>
        </pc:picChg>
      </pc:sldChg>
      <pc:sldChg chg="modSp mod">
        <pc:chgData name="RANITHA N" userId="c1f231e4-c5e1-4977-8877-7ca7a51239b8" providerId="ADAL" clId="{BCAA61EB-BC7E-4557-8247-383387E55EA6}" dt="2026-01-08T00:49:48.607" v="45" actId="255"/>
        <pc:sldMkLst>
          <pc:docMk/>
          <pc:sldMk cId="2865516803" sldId="285"/>
        </pc:sldMkLst>
        <pc:spChg chg="mod">
          <ac:chgData name="RANITHA N" userId="c1f231e4-c5e1-4977-8877-7ca7a51239b8" providerId="ADAL" clId="{BCAA61EB-BC7E-4557-8247-383387E55EA6}" dt="2026-01-08T00:49:48.607" v="45" actId="255"/>
          <ac:spMkLst>
            <pc:docMk/>
            <pc:sldMk cId="2865516803" sldId="285"/>
            <ac:spMk id="2" creationId="{C11A7FF5-E7DB-4462-BC64-12126BDC0DFB}"/>
          </ac:spMkLst>
        </pc:spChg>
      </pc:sldChg>
      <pc:sldChg chg="del">
        <pc:chgData name="RANITHA N" userId="c1f231e4-c5e1-4977-8877-7ca7a51239b8" providerId="ADAL" clId="{BCAA61EB-BC7E-4557-8247-383387E55EA6}" dt="2026-01-08T03:45:26.334" v="1480" actId="2696"/>
        <pc:sldMkLst>
          <pc:docMk/>
          <pc:sldMk cId="4237778926" sldId="286"/>
        </pc:sldMkLst>
      </pc:sldChg>
      <pc:sldChg chg="addSp delSp modSp mod setBg addAnim delAnim">
        <pc:chgData name="RANITHA N" userId="c1f231e4-c5e1-4977-8877-7ca7a51239b8" providerId="ADAL" clId="{BCAA61EB-BC7E-4557-8247-383387E55EA6}" dt="2026-01-08T16:00:38.466" v="1744" actId="1076"/>
        <pc:sldMkLst>
          <pc:docMk/>
          <pc:sldMk cId="1912012592" sldId="287"/>
        </pc:sldMkLst>
        <pc:spChg chg="add">
          <ac:chgData name="RANITHA N" userId="c1f231e4-c5e1-4977-8877-7ca7a51239b8" providerId="ADAL" clId="{BCAA61EB-BC7E-4557-8247-383387E55EA6}" dt="2026-01-08T05:26:47.511" v="1592"/>
          <ac:spMkLst>
            <pc:docMk/>
            <pc:sldMk cId="1912012592" sldId="287"/>
            <ac:spMk id="2" creationId="{88E91AC1-4E95-670D-7800-C60B7E74A993}"/>
          </ac:spMkLst>
        </pc:spChg>
        <pc:spChg chg="mod ord">
          <ac:chgData name="RANITHA N" userId="c1f231e4-c5e1-4977-8877-7ca7a51239b8" providerId="ADAL" clId="{BCAA61EB-BC7E-4557-8247-383387E55EA6}" dt="2026-01-08T05:32:21.212" v="1655" actId="20577"/>
          <ac:spMkLst>
            <pc:docMk/>
            <pc:sldMk cId="1912012592" sldId="287"/>
            <ac:spMk id="3" creationId="{F9055465-EA9F-436E-A0C3-64912E06BF2C}"/>
          </ac:spMkLst>
        </pc:spChg>
        <pc:spChg chg="add">
          <ac:chgData name="RANITHA N" userId="c1f231e4-c5e1-4977-8877-7ca7a51239b8" providerId="ADAL" clId="{BCAA61EB-BC7E-4557-8247-383387E55EA6}" dt="2026-01-08T05:26:52.831" v="1593"/>
          <ac:spMkLst>
            <pc:docMk/>
            <pc:sldMk cId="1912012592" sldId="287"/>
            <ac:spMk id="4" creationId="{2FBB9F29-76B4-B991-0FD5-1CD7EF3018DF}"/>
          </ac:spMkLst>
        </pc:spChg>
        <pc:spChg chg="add del">
          <ac:chgData name="RANITHA N" userId="c1f231e4-c5e1-4977-8877-7ca7a51239b8" providerId="ADAL" clId="{BCAA61EB-BC7E-4557-8247-383387E55EA6}" dt="2026-01-08T05:27:17.975" v="1595" actId="478"/>
          <ac:spMkLst>
            <pc:docMk/>
            <pc:sldMk cId="1912012592" sldId="287"/>
            <ac:spMk id="5" creationId="{3516E1D2-8E78-C661-463C-CE285C382C97}"/>
          </ac:spMkLst>
        </pc:spChg>
        <pc:spChg chg="add">
          <ac:chgData name="RANITHA N" userId="c1f231e4-c5e1-4977-8877-7ca7a51239b8" providerId="ADAL" clId="{BCAA61EB-BC7E-4557-8247-383387E55EA6}" dt="2026-01-08T05:27:30.163" v="1597"/>
          <ac:spMkLst>
            <pc:docMk/>
            <pc:sldMk cId="1912012592" sldId="287"/>
            <ac:spMk id="6" creationId="{13CD86EB-914D-FD90-4654-5F5019F35F5D}"/>
          </ac:spMkLst>
        </pc:spChg>
        <pc:spChg chg="add">
          <ac:chgData name="RANITHA N" userId="c1f231e4-c5e1-4977-8877-7ca7a51239b8" providerId="ADAL" clId="{BCAA61EB-BC7E-4557-8247-383387E55EA6}" dt="2026-01-08T05:28:25.285" v="1607"/>
          <ac:spMkLst>
            <pc:docMk/>
            <pc:sldMk cId="1912012592" sldId="287"/>
            <ac:spMk id="8" creationId="{903A3116-3A6E-095F-AC6A-D044391D1E13}"/>
          </ac:spMkLst>
        </pc:spChg>
        <pc:spChg chg="mod ord">
          <ac:chgData name="RANITHA N" userId="c1f231e4-c5e1-4977-8877-7ca7a51239b8" providerId="ADAL" clId="{BCAA61EB-BC7E-4557-8247-383387E55EA6}" dt="2026-01-08T05:31:08.124" v="1632" actId="1076"/>
          <ac:spMkLst>
            <pc:docMk/>
            <pc:sldMk cId="1912012592" sldId="287"/>
            <ac:spMk id="9" creationId="{BB74BB8A-7BAA-4A6E-9CC4-CB382C68DEEC}"/>
          </ac:spMkLst>
        </pc:spChg>
        <pc:spChg chg="add del">
          <ac:chgData name="RANITHA N" userId="c1f231e4-c5e1-4977-8877-7ca7a51239b8" providerId="ADAL" clId="{BCAA61EB-BC7E-4557-8247-383387E55EA6}" dt="2026-01-08T02:07:40.758" v="673" actId="26606"/>
          <ac:spMkLst>
            <pc:docMk/>
            <pc:sldMk cId="1912012592" sldId="287"/>
            <ac:spMk id="14" creationId="{06DA9DF9-31F7-4056-B42E-878CC92417B8}"/>
          </ac:spMkLst>
        </pc:spChg>
        <pc:spChg chg="add del">
          <ac:chgData name="RANITHA N" userId="c1f231e4-c5e1-4977-8877-7ca7a51239b8" providerId="ADAL" clId="{BCAA61EB-BC7E-4557-8247-383387E55EA6}" dt="2026-01-08T05:28:46.882" v="1609" actId="26606"/>
          <ac:spMkLst>
            <pc:docMk/>
            <pc:sldMk cId="1912012592" sldId="287"/>
            <ac:spMk id="16" creationId="{178FB36B-5BFE-42CA-BC60-1115E0D95EEC}"/>
          </ac:spMkLst>
        </pc:spChg>
        <pc:spChg chg="add del">
          <ac:chgData name="RANITHA N" userId="c1f231e4-c5e1-4977-8877-7ca7a51239b8" providerId="ADAL" clId="{BCAA61EB-BC7E-4557-8247-383387E55EA6}" dt="2026-01-08T05:28:46.882" v="1609" actId="26606"/>
          <ac:spMkLst>
            <pc:docMk/>
            <pc:sldMk cId="1912012592" sldId="287"/>
            <ac:spMk id="17" creationId="{ECC07320-C2CA-4E29-8481-9D9E143C7788}"/>
          </ac:spMkLst>
        </pc:spChg>
        <pc:spChg chg="add">
          <ac:chgData name="RANITHA N" userId="c1f231e4-c5e1-4977-8877-7ca7a51239b8" providerId="ADAL" clId="{BCAA61EB-BC7E-4557-8247-383387E55EA6}" dt="2026-01-08T05:28:46.882" v="1609" actId="26606"/>
          <ac:spMkLst>
            <pc:docMk/>
            <pc:sldMk cId="1912012592" sldId="287"/>
            <ac:spMk id="19" creationId="{6CCA5F87-1D1E-45CB-8D83-FC7EEFAD9935}"/>
          </ac:spMkLst>
        </pc:spChg>
        <pc:spChg chg="add">
          <ac:chgData name="RANITHA N" userId="c1f231e4-c5e1-4977-8877-7ca7a51239b8" providerId="ADAL" clId="{BCAA61EB-BC7E-4557-8247-383387E55EA6}" dt="2026-01-08T05:28:46.882" v="1609" actId="26606"/>
          <ac:spMkLst>
            <pc:docMk/>
            <pc:sldMk cId="1912012592" sldId="287"/>
            <ac:spMk id="20" creationId="{7CCFC2C6-6238-4A2F-93DE-2ADF74AF635E}"/>
          </ac:spMkLst>
        </pc:spChg>
        <pc:spChg chg="add del">
          <ac:chgData name="RANITHA N" userId="c1f231e4-c5e1-4977-8877-7ca7a51239b8" providerId="ADAL" clId="{BCAA61EB-BC7E-4557-8247-383387E55EA6}" dt="2026-01-08T05:28:05.564" v="1606" actId="26606"/>
          <ac:spMkLst>
            <pc:docMk/>
            <pc:sldMk cId="1912012592" sldId="287"/>
            <ac:spMk id="22" creationId="{ECC07320-C2CA-4E29-8481-9D9E143C7788}"/>
          </ac:spMkLst>
        </pc:spChg>
        <pc:spChg chg="add del">
          <ac:chgData name="RANITHA N" userId="c1f231e4-c5e1-4977-8877-7ca7a51239b8" providerId="ADAL" clId="{BCAA61EB-BC7E-4557-8247-383387E55EA6}" dt="2026-01-08T05:28:05.564" v="1606" actId="26606"/>
          <ac:spMkLst>
            <pc:docMk/>
            <pc:sldMk cId="1912012592" sldId="287"/>
            <ac:spMk id="24" creationId="{178FB36B-5BFE-42CA-BC60-1115E0D95EEC}"/>
          </ac:spMkLst>
        </pc:spChg>
        <pc:spChg chg="add">
          <ac:chgData name="RANITHA N" userId="c1f231e4-c5e1-4977-8877-7ca7a51239b8" providerId="ADAL" clId="{BCAA61EB-BC7E-4557-8247-383387E55EA6}" dt="2026-01-08T05:28:46.882" v="1609" actId="26606"/>
          <ac:spMkLst>
            <pc:docMk/>
            <pc:sldMk cId="1912012592" sldId="287"/>
            <ac:spMk id="26" creationId="{AF2F604E-43BE-4DC3-B983-E071523364F8}"/>
          </ac:spMkLst>
        </pc:spChg>
        <pc:spChg chg="add">
          <ac:chgData name="RANITHA N" userId="c1f231e4-c5e1-4977-8877-7ca7a51239b8" providerId="ADAL" clId="{BCAA61EB-BC7E-4557-8247-383387E55EA6}" dt="2026-01-08T05:28:46.882" v="1609" actId="26606"/>
          <ac:spMkLst>
            <pc:docMk/>
            <pc:sldMk cId="1912012592" sldId="287"/>
            <ac:spMk id="28" creationId="{08C9B587-E65E-4B52-B37C-ABEBB6E87928}"/>
          </ac:spMkLst>
        </pc:spChg>
        <pc:picChg chg="add del mod">
          <ac:chgData name="RANITHA N" userId="c1f231e4-c5e1-4977-8877-7ca7a51239b8" providerId="ADAL" clId="{BCAA61EB-BC7E-4557-8247-383387E55EA6}" dt="2026-01-08T02:08:21.129" v="675" actId="21"/>
          <ac:picMkLst>
            <pc:docMk/>
            <pc:sldMk cId="1912012592" sldId="287"/>
            <ac:picMk id="4" creationId="{B04FD75A-4590-7805-0BC6-EC76D1DEAC1D}"/>
          </ac:picMkLst>
        </pc:picChg>
        <pc:picChg chg="add mod ord">
          <ac:chgData name="RANITHA N" userId="c1f231e4-c5e1-4977-8877-7ca7a51239b8" providerId="ADAL" clId="{BCAA61EB-BC7E-4557-8247-383387E55EA6}" dt="2026-01-08T05:28:05.564" v="1606" actId="26606"/>
          <ac:picMkLst>
            <pc:docMk/>
            <pc:sldMk cId="1912012592" sldId="287"/>
            <ac:picMk id="7" creationId="{15E5DABC-C1F8-DAC2-1D08-412D3DCFC5D4}"/>
          </ac:picMkLst>
        </pc:picChg>
        <pc:picChg chg="add mod ord">
          <ac:chgData name="RANITHA N" userId="c1f231e4-c5e1-4977-8877-7ca7a51239b8" providerId="ADAL" clId="{BCAA61EB-BC7E-4557-8247-383387E55EA6}" dt="2026-01-08T16:00:38.466" v="1744" actId="1076"/>
          <ac:picMkLst>
            <pc:docMk/>
            <pc:sldMk cId="1912012592" sldId="287"/>
            <ac:picMk id="10" creationId="{882AEFBB-603F-3CC2-0726-F79F53726DF5}"/>
          </ac:picMkLst>
        </pc:picChg>
      </pc:sldChg>
      <pc:sldChg chg="del">
        <pc:chgData name="RANITHA N" userId="c1f231e4-c5e1-4977-8877-7ca7a51239b8" providerId="ADAL" clId="{BCAA61EB-BC7E-4557-8247-383387E55EA6}" dt="2026-01-08T03:45:13.642" v="1478" actId="2696"/>
        <pc:sldMkLst>
          <pc:docMk/>
          <pc:sldMk cId="4083546591" sldId="288"/>
        </pc:sldMkLst>
      </pc:sldChg>
      <pc:sldChg chg="addSp delSp modSp add mod ord">
        <pc:chgData name="RANITHA N" userId="c1f231e4-c5e1-4977-8877-7ca7a51239b8" providerId="ADAL" clId="{BCAA61EB-BC7E-4557-8247-383387E55EA6}" dt="2026-01-08T05:40:23.829" v="1705" actId="1076"/>
        <pc:sldMkLst>
          <pc:docMk/>
          <pc:sldMk cId="2740662942" sldId="289"/>
        </pc:sldMkLst>
        <pc:spChg chg="add del mod">
          <ac:chgData name="RANITHA N" userId="c1f231e4-c5e1-4977-8877-7ca7a51239b8" providerId="ADAL" clId="{BCAA61EB-BC7E-4557-8247-383387E55EA6}" dt="2026-01-08T05:37:14.971" v="1685" actId="21"/>
          <ac:spMkLst>
            <pc:docMk/>
            <pc:sldMk cId="2740662942" sldId="289"/>
            <ac:spMk id="2" creationId="{C2293B6F-2AD5-F3C9-7C81-CC7944CC749F}"/>
          </ac:spMkLst>
        </pc:spChg>
        <pc:spChg chg="add">
          <ac:chgData name="RANITHA N" userId="c1f231e4-c5e1-4977-8877-7ca7a51239b8" providerId="ADAL" clId="{BCAA61EB-BC7E-4557-8247-383387E55EA6}" dt="2026-01-08T05:36:39.192" v="1679"/>
          <ac:spMkLst>
            <pc:docMk/>
            <pc:sldMk cId="2740662942" sldId="289"/>
            <ac:spMk id="3" creationId="{31A1C21D-EE1A-90EE-E0C0-2F986D7A557D}"/>
          </ac:spMkLst>
        </pc:spChg>
        <pc:spChg chg="del mod">
          <ac:chgData name="RANITHA N" userId="c1f231e4-c5e1-4977-8877-7ca7a51239b8" providerId="ADAL" clId="{BCAA61EB-BC7E-4557-8247-383387E55EA6}" dt="2026-01-08T02:31:35.124" v="981"/>
          <ac:spMkLst>
            <pc:docMk/>
            <pc:sldMk cId="2740662942" sldId="289"/>
            <ac:spMk id="3" creationId="{FEBBD043-11A5-A35C-11EC-DBE3F353C31C}"/>
          </ac:spMkLst>
        </pc:spChg>
        <pc:spChg chg="add del mod">
          <ac:chgData name="RANITHA N" userId="c1f231e4-c5e1-4977-8877-7ca7a51239b8" providerId="ADAL" clId="{BCAA61EB-BC7E-4557-8247-383387E55EA6}" dt="2026-01-08T05:38:39.592" v="1696" actId="21"/>
          <ac:spMkLst>
            <pc:docMk/>
            <pc:sldMk cId="2740662942" sldId="289"/>
            <ac:spMk id="4" creationId="{1608B904-FD3C-94F5-EC8A-A01EE32076C8}"/>
          </ac:spMkLst>
        </pc:spChg>
        <pc:spChg chg="add del mod">
          <ac:chgData name="RANITHA N" userId="c1f231e4-c5e1-4977-8877-7ca7a51239b8" providerId="ADAL" clId="{BCAA61EB-BC7E-4557-8247-383387E55EA6}" dt="2026-01-08T05:37:47.954" v="1689" actId="21"/>
          <ac:spMkLst>
            <pc:docMk/>
            <pc:sldMk cId="2740662942" sldId="289"/>
            <ac:spMk id="6" creationId="{F6B9F824-DD7B-17BC-3C70-47F4C52B9C72}"/>
          </ac:spMkLst>
        </pc:spChg>
        <pc:spChg chg="add mod">
          <ac:chgData name="RANITHA N" userId="c1f231e4-c5e1-4977-8877-7ca7a51239b8" providerId="ADAL" clId="{BCAA61EB-BC7E-4557-8247-383387E55EA6}" dt="2026-01-08T05:40:23.829" v="1705" actId="1076"/>
          <ac:spMkLst>
            <pc:docMk/>
            <pc:sldMk cId="2740662942" sldId="289"/>
            <ac:spMk id="7" creationId="{C2293B6F-2AD5-F3C9-7C81-CC7944CC749F}"/>
          </ac:spMkLst>
        </pc:spChg>
        <pc:spChg chg="del mod">
          <ac:chgData name="RANITHA N" userId="c1f231e4-c5e1-4977-8877-7ca7a51239b8" providerId="ADAL" clId="{BCAA61EB-BC7E-4557-8247-383387E55EA6}" dt="2026-01-08T05:38:02.374" v="1692" actId="21"/>
          <ac:spMkLst>
            <pc:docMk/>
            <pc:sldMk cId="2740662942" sldId="289"/>
            <ac:spMk id="9" creationId="{EAF54DBD-A475-5B63-3C79-3AD28DEB0A99}"/>
          </ac:spMkLst>
        </pc:spChg>
        <pc:spChg chg="add del mod">
          <ac:chgData name="RANITHA N" userId="c1f231e4-c5e1-4977-8877-7ca7a51239b8" providerId="ADAL" clId="{BCAA61EB-BC7E-4557-8247-383387E55EA6}" dt="2026-01-08T05:39:15.273" v="1701" actId="21"/>
          <ac:spMkLst>
            <pc:docMk/>
            <pc:sldMk cId="2740662942" sldId="289"/>
            <ac:spMk id="10" creationId="{989E90AB-F33D-AC55-0808-6916EC60160A}"/>
          </ac:spMkLst>
        </pc:spChg>
        <pc:spChg chg="add mod">
          <ac:chgData name="RANITHA N" userId="c1f231e4-c5e1-4977-8877-7ca7a51239b8" providerId="ADAL" clId="{BCAA61EB-BC7E-4557-8247-383387E55EA6}" dt="2026-01-08T05:39:26.981" v="1703" actId="1076"/>
          <ac:spMkLst>
            <pc:docMk/>
            <pc:sldMk cId="2740662942" sldId="289"/>
            <ac:spMk id="11" creationId="{EAF54DBD-A475-5B63-3C79-3AD28DEB0A99}"/>
          </ac:spMkLst>
        </pc:spChg>
        <pc:spChg chg="add mod">
          <ac:chgData name="RANITHA N" userId="c1f231e4-c5e1-4977-8877-7ca7a51239b8" providerId="ADAL" clId="{BCAA61EB-BC7E-4557-8247-383387E55EA6}" dt="2026-01-08T05:39:20.420" v="1702" actId="1076"/>
          <ac:spMkLst>
            <pc:docMk/>
            <pc:sldMk cId="2740662942" sldId="289"/>
            <ac:spMk id="12" creationId="{1608B904-FD3C-94F5-EC8A-A01EE32076C8}"/>
          </ac:spMkLst>
        </pc:spChg>
        <pc:picChg chg="add del mod">
          <ac:chgData name="RANITHA N" userId="c1f231e4-c5e1-4977-8877-7ca7a51239b8" providerId="ADAL" clId="{BCAA61EB-BC7E-4557-8247-383387E55EA6}" dt="2026-01-08T05:38:44.459" v="1697" actId="14100"/>
          <ac:picMkLst>
            <pc:docMk/>
            <pc:sldMk cId="2740662942" sldId="289"/>
            <ac:picMk id="5" creationId="{B8F9CCAF-A006-5A6E-F79B-2EA41976A312}"/>
          </ac:picMkLst>
        </pc:picChg>
      </pc:sldChg>
      <pc:sldChg chg="addSp delSp modSp add mod ord">
        <pc:chgData name="RANITHA N" userId="c1f231e4-c5e1-4977-8877-7ca7a51239b8" providerId="ADAL" clId="{BCAA61EB-BC7E-4557-8247-383387E55EA6}" dt="2026-01-08T05:43:07.509" v="1724" actId="1076"/>
        <pc:sldMkLst>
          <pc:docMk/>
          <pc:sldMk cId="1854167093" sldId="290"/>
        </pc:sldMkLst>
        <pc:spChg chg="add">
          <ac:chgData name="RANITHA N" userId="c1f231e4-c5e1-4977-8877-7ca7a51239b8" providerId="ADAL" clId="{BCAA61EB-BC7E-4557-8247-383387E55EA6}" dt="2026-01-08T02:36:36.274" v="1076"/>
          <ac:spMkLst>
            <pc:docMk/>
            <pc:sldMk cId="1854167093" sldId="290"/>
            <ac:spMk id="2" creationId="{298B3590-2534-1710-7FE7-AAD9DBD87E0D}"/>
          </ac:spMkLst>
        </pc:spChg>
        <pc:spChg chg="add">
          <ac:chgData name="RANITHA N" userId="c1f231e4-c5e1-4977-8877-7ca7a51239b8" providerId="ADAL" clId="{BCAA61EB-BC7E-4557-8247-383387E55EA6}" dt="2026-01-08T05:40:54.864" v="1708"/>
          <ac:spMkLst>
            <pc:docMk/>
            <pc:sldMk cId="1854167093" sldId="290"/>
            <ac:spMk id="2" creationId="{F62D33A8-EE0E-9264-A950-9DC4EECFD480}"/>
          </ac:spMkLst>
        </pc:spChg>
        <pc:spChg chg="del mod">
          <ac:chgData name="RANITHA N" userId="c1f231e4-c5e1-4977-8877-7ca7a51239b8" providerId="ADAL" clId="{BCAA61EB-BC7E-4557-8247-383387E55EA6}" dt="2026-01-08T05:42:12.952" v="1717" actId="21"/>
          <ac:spMkLst>
            <pc:docMk/>
            <pc:sldMk cId="1854167093" sldId="290"/>
            <ac:spMk id="4" creationId="{6D18ACAB-9D08-1E9E-58D1-3627D327E23A}"/>
          </ac:spMkLst>
        </pc:spChg>
        <pc:spChg chg="add del mod">
          <ac:chgData name="RANITHA N" userId="c1f231e4-c5e1-4977-8877-7ca7a51239b8" providerId="ADAL" clId="{BCAA61EB-BC7E-4557-8247-383387E55EA6}" dt="2026-01-08T05:42:01.614" v="1715"/>
          <ac:spMkLst>
            <pc:docMk/>
            <pc:sldMk cId="1854167093" sldId="290"/>
            <ac:spMk id="6" creationId="{535C0D5F-2BEA-E450-449B-7E95246E9EB2}"/>
          </ac:spMkLst>
        </pc:spChg>
        <pc:spChg chg="add mod">
          <ac:chgData name="RANITHA N" userId="c1f231e4-c5e1-4977-8877-7ca7a51239b8" providerId="ADAL" clId="{BCAA61EB-BC7E-4557-8247-383387E55EA6}" dt="2026-01-08T05:41:54.504" v="1714"/>
          <ac:spMkLst>
            <pc:docMk/>
            <pc:sldMk cId="1854167093" sldId="290"/>
            <ac:spMk id="7" creationId="{23863261-DB96-F875-44CC-1E5B86BC47C8}"/>
          </ac:spMkLst>
        </pc:spChg>
        <pc:spChg chg="add del mod">
          <ac:chgData name="RANITHA N" userId="c1f231e4-c5e1-4977-8877-7ca7a51239b8" providerId="ADAL" clId="{BCAA61EB-BC7E-4557-8247-383387E55EA6}" dt="2026-01-08T05:42:19.094" v="1718"/>
          <ac:spMkLst>
            <pc:docMk/>
            <pc:sldMk cId="1854167093" sldId="290"/>
            <ac:spMk id="12" creationId="{962BECEE-20CC-0184-7766-4BDD9033672A}"/>
          </ac:spMkLst>
        </pc:spChg>
        <pc:spChg chg="del mod">
          <ac:chgData name="RANITHA N" userId="c1f231e4-c5e1-4977-8877-7ca7a51239b8" providerId="ADAL" clId="{BCAA61EB-BC7E-4557-8247-383387E55EA6}" dt="2026-01-08T05:41:46.694" v="1712" actId="21"/>
          <ac:spMkLst>
            <pc:docMk/>
            <pc:sldMk cId="1854167093" sldId="290"/>
            <ac:spMk id="13" creationId="{310BCE56-F617-F0BD-94EF-28805C94AEC1}"/>
          </ac:spMkLst>
        </pc:spChg>
        <pc:spChg chg="add mod">
          <ac:chgData name="RANITHA N" userId="c1f231e4-c5e1-4977-8877-7ca7a51239b8" providerId="ADAL" clId="{BCAA61EB-BC7E-4557-8247-383387E55EA6}" dt="2026-01-08T05:42:19.142" v="1719" actId="27636"/>
          <ac:spMkLst>
            <pc:docMk/>
            <pc:sldMk cId="1854167093" sldId="290"/>
            <ac:spMk id="14" creationId="{6D18ACAB-9D08-1E9E-58D1-3627D327E23A}"/>
          </ac:spMkLst>
        </pc:spChg>
        <pc:picChg chg="add mod">
          <ac:chgData name="RANITHA N" userId="c1f231e4-c5e1-4977-8877-7ca7a51239b8" providerId="ADAL" clId="{BCAA61EB-BC7E-4557-8247-383387E55EA6}" dt="2026-01-08T05:42:51.818" v="1723" actId="14100"/>
          <ac:picMkLst>
            <pc:docMk/>
            <pc:sldMk cId="1854167093" sldId="290"/>
            <ac:picMk id="3" creationId="{712FA184-2251-4D1C-56FF-67FA1E212899}"/>
          </ac:picMkLst>
        </pc:picChg>
        <pc:picChg chg="add mod">
          <ac:chgData name="RANITHA N" userId="c1f231e4-c5e1-4977-8877-7ca7a51239b8" providerId="ADAL" clId="{BCAA61EB-BC7E-4557-8247-383387E55EA6}" dt="2026-01-08T05:43:07.509" v="1724" actId="1076"/>
          <ac:picMkLst>
            <pc:docMk/>
            <pc:sldMk cId="1854167093" sldId="290"/>
            <ac:picMk id="10" creationId="{7AD1EB3D-221C-5D99-C5ED-56E80618C3A0}"/>
          </ac:picMkLst>
        </pc:picChg>
      </pc:sldChg>
      <pc:sldChg chg="addSp delSp modSp add mod ord">
        <pc:chgData name="RANITHA N" userId="c1f231e4-c5e1-4977-8877-7ca7a51239b8" providerId="ADAL" clId="{BCAA61EB-BC7E-4557-8247-383387E55EA6}" dt="2026-01-08T05:46:59.534" v="1743" actId="1076"/>
        <pc:sldMkLst>
          <pc:docMk/>
          <pc:sldMk cId="2314118796" sldId="291"/>
        </pc:sldMkLst>
        <pc:spChg chg="del mod">
          <ac:chgData name="RANITHA N" userId="c1f231e4-c5e1-4977-8877-7ca7a51239b8" providerId="ADAL" clId="{BCAA61EB-BC7E-4557-8247-383387E55EA6}" dt="2026-01-08T05:46:36.111" v="1738" actId="21"/>
          <ac:spMkLst>
            <pc:docMk/>
            <pc:sldMk cId="2314118796" sldId="291"/>
            <ac:spMk id="2" creationId="{F76F7525-DCE2-EC2D-0CF8-D09D48EF9406}"/>
          </ac:spMkLst>
        </pc:spChg>
        <pc:spChg chg="add">
          <ac:chgData name="RANITHA N" userId="c1f231e4-c5e1-4977-8877-7ca7a51239b8" providerId="ADAL" clId="{BCAA61EB-BC7E-4557-8247-383387E55EA6}" dt="2026-01-08T05:45:06.638" v="1727"/>
          <ac:spMkLst>
            <pc:docMk/>
            <pc:sldMk cId="2314118796" sldId="291"/>
            <ac:spMk id="3" creationId="{BB1D8A01-EE3B-9C6E-D866-A83415BF6E06}"/>
          </ac:spMkLst>
        </pc:spChg>
        <pc:spChg chg="del">
          <ac:chgData name="RANITHA N" userId="c1f231e4-c5e1-4977-8877-7ca7a51239b8" providerId="ADAL" clId="{BCAA61EB-BC7E-4557-8247-383387E55EA6}" dt="2026-01-08T02:42:35.125" v="1186" actId="478"/>
          <ac:spMkLst>
            <pc:docMk/>
            <pc:sldMk cId="2314118796" sldId="291"/>
            <ac:spMk id="4" creationId="{E9AE7EB4-CC20-DB21-9269-1FDA56C747FF}"/>
          </ac:spMkLst>
        </pc:spChg>
        <pc:spChg chg="add del mod">
          <ac:chgData name="RANITHA N" userId="c1f231e4-c5e1-4977-8877-7ca7a51239b8" providerId="ADAL" clId="{BCAA61EB-BC7E-4557-8247-383387E55EA6}" dt="2026-01-08T05:46:14.954" v="1733"/>
          <ac:spMkLst>
            <pc:docMk/>
            <pc:sldMk cId="2314118796" sldId="291"/>
            <ac:spMk id="6" creationId="{6D99CEF0-7613-DB1B-E2BE-0A56DA6BCBC3}"/>
          </ac:spMkLst>
        </pc:spChg>
        <pc:spChg chg="add mod">
          <ac:chgData name="RANITHA N" userId="c1f231e4-c5e1-4977-8877-7ca7a51239b8" providerId="ADAL" clId="{BCAA61EB-BC7E-4557-8247-383387E55EA6}" dt="2026-01-08T05:46:28.040" v="1737" actId="14100"/>
          <ac:spMkLst>
            <pc:docMk/>
            <pc:sldMk cId="2314118796" sldId="291"/>
            <ac:spMk id="7" creationId="{3A215C17-00B1-7E8F-23FD-4896FE899095}"/>
          </ac:spMkLst>
        </pc:spChg>
        <pc:spChg chg="add del mod">
          <ac:chgData name="RANITHA N" userId="c1f231e4-c5e1-4977-8877-7ca7a51239b8" providerId="ADAL" clId="{BCAA61EB-BC7E-4557-8247-383387E55EA6}" dt="2026-01-08T05:46:50.860" v="1742"/>
          <ac:spMkLst>
            <pc:docMk/>
            <pc:sldMk cId="2314118796" sldId="291"/>
            <ac:spMk id="8" creationId="{6E5E9409-4403-61FF-4C0B-26927B1A2BAF}"/>
          </ac:spMkLst>
        </pc:spChg>
        <pc:spChg chg="del mod">
          <ac:chgData name="RANITHA N" userId="c1f231e4-c5e1-4977-8877-7ca7a51239b8" providerId="ADAL" clId="{BCAA61EB-BC7E-4557-8247-383387E55EA6}" dt="2026-01-08T05:46:10.469" v="1732" actId="21"/>
          <ac:spMkLst>
            <pc:docMk/>
            <pc:sldMk cId="2314118796" sldId="291"/>
            <ac:spMk id="9" creationId="{3A215C17-00B1-7E8F-23FD-4896FE899095}"/>
          </ac:spMkLst>
        </pc:spChg>
        <pc:spChg chg="add mod">
          <ac:chgData name="RANITHA N" userId="c1f231e4-c5e1-4977-8877-7ca7a51239b8" providerId="ADAL" clId="{BCAA61EB-BC7E-4557-8247-383387E55EA6}" dt="2026-01-08T05:46:59.534" v="1743" actId="1076"/>
          <ac:spMkLst>
            <pc:docMk/>
            <pc:sldMk cId="2314118796" sldId="291"/>
            <ac:spMk id="10" creationId="{F76F7525-DCE2-EC2D-0CF8-D09D48EF9406}"/>
          </ac:spMkLst>
        </pc:spChg>
        <pc:picChg chg="add mod">
          <ac:chgData name="RANITHA N" userId="c1f231e4-c5e1-4977-8877-7ca7a51239b8" providerId="ADAL" clId="{BCAA61EB-BC7E-4557-8247-383387E55EA6}" dt="2026-01-08T05:46:46.716" v="1741" actId="14100"/>
          <ac:picMkLst>
            <pc:docMk/>
            <pc:sldMk cId="2314118796" sldId="291"/>
            <ac:picMk id="4" creationId="{C16E967D-676D-CD24-B5AE-7EC77DF7DED8}"/>
          </ac:picMkLst>
        </pc:picChg>
      </pc:sldChg>
      <pc:sldChg chg="addSp modSp add mod">
        <pc:chgData name="RANITHA N" userId="c1f231e4-c5e1-4977-8877-7ca7a51239b8" providerId="ADAL" clId="{BCAA61EB-BC7E-4557-8247-383387E55EA6}" dt="2026-01-08T02:55:19.224" v="1444" actId="20577"/>
        <pc:sldMkLst>
          <pc:docMk/>
          <pc:sldMk cId="3844128191" sldId="292"/>
        </pc:sldMkLst>
        <pc:spChg chg="mod">
          <ac:chgData name="RANITHA N" userId="c1f231e4-c5e1-4977-8877-7ca7a51239b8" providerId="ADAL" clId="{BCAA61EB-BC7E-4557-8247-383387E55EA6}" dt="2026-01-08T02:54:43.089" v="1396" actId="20577"/>
          <ac:spMkLst>
            <pc:docMk/>
            <pc:sldMk cId="3844128191" sldId="292"/>
            <ac:spMk id="2" creationId="{5B3D0C23-5777-1E69-B9F5-C8FC9434DB25}"/>
          </ac:spMkLst>
        </pc:spChg>
        <pc:spChg chg="mod">
          <ac:chgData name="RANITHA N" userId="c1f231e4-c5e1-4977-8877-7ca7a51239b8" providerId="ADAL" clId="{BCAA61EB-BC7E-4557-8247-383387E55EA6}" dt="2026-01-08T02:55:19.224" v="1444" actId="20577"/>
          <ac:spMkLst>
            <pc:docMk/>
            <pc:sldMk cId="3844128191" sldId="292"/>
            <ac:spMk id="9" creationId="{C59FF660-E7E8-8529-8E04-207AD691803A}"/>
          </ac:spMkLst>
        </pc:spChg>
        <pc:picChg chg="add mod">
          <ac:chgData name="RANITHA N" userId="c1f231e4-c5e1-4977-8877-7ca7a51239b8" providerId="ADAL" clId="{BCAA61EB-BC7E-4557-8247-383387E55EA6}" dt="2026-01-08T02:55:01.886" v="1400" actId="1076"/>
          <ac:picMkLst>
            <pc:docMk/>
            <pc:sldMk cId="3844128191" sldId="292"/>
            <ac:picMk id="4" creationId="{2A1350A4-FD27-DEE9-3C2F-9BA3BB81A711}"/>
          </ac:picMkLst>
        </pc:picChg>
      </pc:sldChg>
      <pc:sldChg chg="addSp delSp modSp add mod">
        <pc:chgData name="RANITHA N" userId="c1f231e4-c5e1-4977-8877-7ca7a51239b8" providerId="ADAL" clId="{BCAA61EB-BC7E-4557-8247-383387E55EA6}" dt="2026-01-08T02:56:35.520" v="1451" actId="14100"/>
        <pc:sldMkLst>
          <pc:docMk/>
          <pc:sldMk cId="2596672365" sldId="293"/>
        </pc:sldMkLst>
        <pc:picChg chg="del">
          <ac:chgData name="RANITHA N" userId="c1f231e4-c5e1-4977-8877-7ca7a51239b8" providerId="ADAL" clId="{BCAA61EB-BC7E-4557-8247-383387E55EA6}" dt="2026-01-08T02:55:34.948" v="1446" actId="478"/>
          <ac:picMkLst>
            <pc:docMk/>
            <pc:sldMk cId="2596672365" sldId="293"/>
            <ac:picMk id="4" creationId="{142D98C9-E701-ED5A-6936-65CD16B2E78B}"/>
          </ac:picMkLst>
        </pc:picChg>
        <pc:picChg chg="add mod">
          <ac:chgData name="RANITHA N" userId="c1f231e4-c5e1-4977-8877-7ca7a51239b8" providerId="ADAL" clId="{BCAA61EB-BC7E-4557-8247-383387E55EA6}" dt="2026-01-08T02:56:35.520" v="1451" actId="14100"/>
          <ac:picMkLst>
            <pc:docMk/>
            <pc:sldMk cId="2596672365" sldId="293"/>
            <ac:picMk id="5" creationId="{B814A39D-09A4-9792-9AE5-B988C053DCF5}"/>
          </ac:picMkLst>
        </pc:picChg>
      </pc:sldChg>
      <pc:sldChg chg="addSp delSp modSp add mod">
        <pc:chgData name="RANITHA N" userId="c1f231e4-c5e1-4977-8877-7ca7a51239b8" providerId="ADAL" clId="{BCAA61EB-BC7E-4557-8247-383387E55EA6}" dt="2026-01-08T03:44:17.197" v="1477" actId="1076"/>
        <pc:sldMkLst>
          <pc:docMk/>
          <pc:sldMk cId="4039260231" sldId="294"/>
        </pc:sldMkLst>
        <pc:spChg chg="del mod">
          <ac:chgData name="RANITHA N" userId="c1f231e4-c5e1-4977-8877-7ca7a51239b8" providerId="ADAL" clId="{BCAA61EB-BC7E-4557-8247-383387E55EA6}" dt="2026-01-08T03:44:04.322" v="1474" actId="21"/>
          <ac:spMkLst>
            <pc:docMk/>
            <pc:sldMk cId="4039260231" sldId="294"/>
            <ac:spMk id="2" creationId="{9DFC8CAA-3023-A26C-D785-19DC770723DF}"/>
          </ac:spMkLst>
        </pc:spChg>
        <pc:picChg chg="add mod">
          <ac:chgData name="RANITHA N" userId="c1f231e4-c5e1-4977-8877-7ca7a51239b8" providerId="ADAL" clId="{BCAA61EB-BC7E-4557-8247-383387E55EA6}" dt="2026-01-08T03:44:17.197" v="1477" actId="1076"/>
          <ac:picMkLst>
            <pc:docMk/>
            <pc:sldMk cId="4039260231" sldId="294"/>
            <ac:picMk id="4" creationId="{8491E4F5-8F12-5FF9-2F25-EC5D03702D65}"/>
          </ac:picMkLst>
        </pc:picChg>
        <pc:picChg chg="del">
          <ac:chgData name="RANITHA N" userId="c1f231e4-c5e1-4977-8877-7ca7a51239b8" providerId="ADAL" clId="{BCAA61EB-BC7E-4557-8247-383387E55EA6}" dt="2026-01-08T03:41:40.017" v="1453" actId="478"/>
          <ac:picMkLst>
            <pc:docMk/>
            <pc:sldMk cId="4039260231" sldId="294"/>
            <ac:picMk id="5" creationId="{0CD70588-ED08-592C-002D-743B0AC2120E}"/>
          </ac:picMkLst>
        </pc:picChg>
      </pc:sldChg>
      <pc:sldChg chg="addSp delSp modSp add mod">
        <pc:chgData name="RANITHA N" userId="c1f231e4-c5e1-4977-8877-7ca7a51239b8" providerId="ADAL" clId="{BCAA61EB-BC7E-4557-8247-383387E55EA6}" dt="2026-01-08T03:43:29.732" v="1472" actId="1076"/>
        <pc:sldMkLst>
          <pc:docMk/>
          <pc:sldMk cId="351032352" sldId="295"/>
        </pc:sldMkLst>
        <pc:picChg chg="del">
          <ac:chgData name="RANITHA N" userId="c1f231e4-c5e1-4977-8877-7ca7a51239b8" providerId="ADAL" clId="{BCAA61EB-BC7E-4557-8247-383387E55EA6}" dt="2026-01-08T03:43:10.610" v="1465" actId="478"/>
          <ac:picMkLst>
            <pc:docMk/>
            <pc:sldMk cId="351032352" sldId="295"/>
            <ac:picMk id="4" creationId="{EF3F7185-260F-D083-D345-3C5B084C4CAB}"/>
          </ac:picMkLst>
        </pc:picChg>
        <pc:picChg chg="add mod">
          <ac:chgData name="RANITHA N" userId="c1f231e4-c5e1-4977-8877-7ca7a51239b8" providerId="ADAL" clId="{BCAA61EB-BC7E-4557-8247-383387E55EA6}" dt="2026-01-08T03:43:29.732" v="1472" actId="1076"/>
          <ac:picMkLst>
            <pc:docMk/>
            <pc:sldMk cId="351032352" sldId="295"/>
            <ac:picMk id="5" creationId="{480307B8-BFA2-9DCE-25E0-585273C390E4}"/>
          </ac:picMkLst>
        </pc:picChg>
      </pc:sldChg>
      <pc:sldChg chg="add del">
        <pc:chgData name="RANITHA N" userId="c1f231e4-c5e1-4977-8877-7ca7a51239b8" providerId="ADAL" clId="{BCAA61EB-BC7E-4557-8247-383387E55EA6}" dt="2026-01-08T03:43:02.939" v="1463" actId="47"/>
        <pc:sldMkLst>
          <pc:docMk/>
          <pc:sldMk cId="1460032162" sldId="295"/>
        </pc:sldMkLst>
      </pc:sldChg>
      <pc:sldChg chg="add del">
        <pc:chgData name="RANITHA N" userId="c1f231e4-c5e1-4977-8877-7ca7a51239b8" providerId="ADAL" clId="{BCAA61EB-BC7E-4557-8247-383387E55EA6}" dt="2026-01-08T03:45:39.612" v="1483" actId="2696"/>
        <pc:sldMkLst>
          <pc:docMk/>
          <pc:sldMk cId="913185150" sldId="296"/>
        </pc:sldMkLst>
      </pc:sldChg>
      <pc:sldChg chg="addSp delSp modSp add mod">
        <pc:chgData name="RANITHA N" userId="c1f231e4-c5e1-4977-8877-7ca7a51239b8" providerId="ADAL" clId="{BCAA61EB-BC7E-4557-8247-383387E55EA6}" dt="2026-01-08T04:19:57.352" v="1541" actId="1076"/>
        <pc:sldMkLst>
          <pc:docMk/>
          <pc:sldMk cId="1295137461" sldId="296"/>
        </pc:sldMkLst>
        <pc:spChg chg="del">
          <ac:chgData name="RANITHA N" userId="c1f231e4-c5e1-4977-8877-7ca7a51239b8" providerId="ADAL" clId="{BCAA61EB-BC7E-4557-8247-383387E55EA6}" dt="2026-01-08T03:54:22.588" v="1532" actId="21"/>
          <ac:spMkLst>
            <pc:docMk/>
            <pc:sldMk cId="1295137461" sldId="296"/>
            <ac:spMk id="2" creationId="{FE949A5C-4673-5E42-0255-D1C2A3EA4613}"/>
          </ac:spMkLst>
        </pc:spChg>
        <pc:spChg chg="mod">
          <ac:chgData name="RANITHA N" userId="c1f231e4-c5e1-4977-8877-7ca7a51239b8" providerId="ADAL" clId="{BCAA61EB-BC7E-4557-8247-383387E55EA6}" dt="2026-01-08T03:54:06.851" v="1530" actId="20577"/>
          <ac:spMkLst>
            <pc:docMk/>
            <pc:sldMk cId="1295137461" sldId="296"/>
            <ac:spMk id="9" creationId="{8271CCA2-5EAD-81C7-9747-F6E5E07D2264}"/>
          </ac:spMkLst>
        </pc:spChg>
        <pc:picChg chg="add mod">
          <ac:chgData name="RANITHA N" userId="c1f231e4-c5e1-4977-8877-7ca7a51239b8" providerId="ADAL" clId="{BCAA61EB-BC7E-4557-8247-383387E55EA6}" dt="2026-01-08T04:19:57.352" v="1541" actId="1076"/>
          <ac:picMkLst>
            <pc:docMk/>
            <pc:sldMk cId="1295137461" sldId="296"/>
            <ac:picMk id="3" creationId="{CF07C1D1-F399-DE4F-D97A-9E481E4DE731}"/>
          </ac:picMkLst>
        </pc:picChg>
        <pc:picChg chg="del">
          <ac:chgData name="RANITHA N" userId="c1f231e4-c5e1-4977-8877-7ca7a51239b8" providerId="ADAL" clId="{BCAA61EB-BC7E-4557-8247-383387E55EA6}" dt="2026-01-08T03:54:09.337" v="1531" actId="478"/>
          <ac:picMkLst>
            <pc:docMk/>
            <pc:sldMk cId="1295137461" sldId="296"/>
            <ac:picMk id="5" creationId="{1A6AB7B4-03DA-CD8E-8903-46DAF8A41870}"/>
          </ac:picMkLst>
        </pc:picChg>
      </pc:sldChg>
      <pc:sldChg chg="addSp delSp modSp add mod">
        <pc:chgData name="RANITHA N" userId="c1f231e4-c5e1-4977-8877-7ca7a51239b8" providerId="ADAL" clId="{BCAA61EB-BC7E-4557-8247-383387E55EA6}" dt="2026-01-08T03:57:55.790" v="1536" actId="1076"/>
        <pc:sldMkLst>
          <pc:docMk/>
          <pc:sldMk cId="3046486235" sldId="297"/>
        </pc:sldMkLst>
        <pc:spChg chg="add mod">
          <ac:chgData name="RANITHA N" userId="c1f231e4-c5e1-4977-8877-7ca7a51239b8" providerId="ADAL" clId="{BCAA61EB-BC7E-4557-8247-383387E55EA6}" dt="2026-01-08T03:54:33.372" v="1534" actId="21"/>
          <ac:spMkLst>
            <pc:docMk/>
            <pc:sldMk cId="3046486235" sldId="297"/>
            <ac:spMk id="3" creationId="{23F367EB-FAF9-F60B-3AFF-47F1FE7B629D}"/>
          </ac:spMkLst>
        </pc:spChg>
        <pc:spChg chg="del">
          <ac:chgData name="RANITHA N" userId="c1f231e4-c5e1-4977-8877-7ca7a51239b8" providerId="ADAL" clId="{BCAA61EB-BC7E-4557-8247-383387E55EA6}" dt="2026-01-08T03:54:33.372" v="1534" actId="21"/>
          <ac:spMkLst>
            <pc:docMk/>
            <pc:sldMk cId="3046486235" sldId="297"/>
            <ac:spMk id="9" creationId="{805DEDE5-15B6-5E7C-E98C-B13051F8FC60}"/>
          </ac:spMkLst>
        </pc:spChg>
        <pc:picChg chg="add mod">
          <ac:chgData name="RANITHA N" userId="c1f231e4-c5e1-4977-8877-7ca7a51239b8" providerId="ADAL" clId="{BCAA61EB-BC7E-4557-8247-383387E55EA6}" dt="2026-01-08T03:57:55.790" v="1536" actId="1076"/>
          <ac:picMkLst>
            <pc:docMk/>
            <pc:sldMk cId="3046486235" sldId="297"/>
            <ac:picMk id="5122" creationId="{0C143FEF-1923-0C08-5285-6C0E7BBDC3C0}"/>
          </ac:picMkLst>
        </pc:pic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356E6020-4209-49A3-9DC4-18264096E79F}"/>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E7797462-F1DD-4E64-BC14-F17A0F34B5AE}"/>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232FC57-E1F8-4F59-A87C-2833007EAF57}" type="datetimeFigureOut">
              <a:rPr lang="en-US" smtClean="0"/>
              <a:t>1/8/2026</a:t>
            </a:fld>
            <a:endParaRPr lang="en-US"/>
          </a:p>
        </p:txBody>
      </p:sp>
      <p:sp>
        <p:nvSpPr>
          <p:cNvPr id="4" name="Footer Placeholder 3">
            <a:extLst>
              <a:ext uri="{FF2B5EF4-FFF2-40B4-BE49-F238E27FC236}">
                <a16:creationId xmlns:a16="http://schemas.microsoft.com/office/drawing/2014/main" id="{8075F0E3-AC70-4B5A-BCEB-9E3C021C86A0}"/>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748F68B5-925F-4468-95B3-EA77C29C3426}"/>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8A06BE-7519-4B21-9E1D-AE6D6E69C38F}" type="slidenum">
              <a:rPr lang="en-US" smtClean="0"/>
              <a:t>‹#›</a:t>
            </a:fld>
            <a:endParaRPr lang="en-US"/>
          </a:p>
        </p:txBody>
      </p:sp>
    </p:spTree>
    <p:extLst>
      <p:ext uri="{BB962C8B-B14F-4D97-AF65-F5344CB8AC3E}">
        <p14:creationId xmlns:p14="http://schemas.microsoft.com/office/powerpoint/2010/main" val="215738306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98ACAC0-59EA-4916-9995-398D6BEB88C3}" type="datetimeFigureOut">
              <a:rPr lang="en-US" smtClean="0"/>
              <a:t>1/8/2026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A9B2C62-FE30-453D-946B-754E9E42C845}" type="slidenum">
              <a:rPr lang="en-US" smtClean="0"/>
              <a:t>‹#›</a:t>
            </a:fld>
            <a:endParaRPr lang="en-US"/>
          </a:p>
        </p:txBody>
      </p:sp>
    </p:spTree>
    <p:extLst>
      <p:ext uri="{BB962C8B-B14F-4D97-AF65-F5344CB8AC3E}">
        <p14:creationId xmlns:p14="http://schemas.microsoft.com/office/powerpoint/2010/main" val="292232635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Line spacing + Page numbers</a:t>
            </a:r>
          </a:p>
        </p:txBody>
      </p:sp>
      <p:sp>
        <p:nvSpPr>
          <p:cNvPr id="4" name="Slide Number Placeholder 3"/>
          <p:cNvSpPr>
            <a:spLocks noGrp="1"/>
          </p:cNvSpPr>
          <p:nvPr>
            <p:ph type="sldNum" sz="quarter" idx="5"/>
          </p:nvPr>
        </p:nvSpPr>
        <p:spPr/>
        <p:txBody>
          <a:bodyPr/>
          <a:lstStyle/>
          <a:p>
            <a:fld id="{5A9B2C62-FE30-453D-946B-754E9E42C845}" type="slidenum">
              <a:rPr lang="en-US" smtClean="0"/>
              <a:t>1</a:t>
            </a:fld>
            <a:endParaRPr lang="en-US"/>
          </a:p>
        </p:txBody>
      </p:sp>
    </p:spTree>
    <p:extLst>
      <p:ext uri="{BB962C8B-B14F-4D97-AF65-F5344CB8AC3E}">
        <p14:creationId xmlns:p14="http://schemas.microsoft.com/office/powerpoint/2010/main" val="177737540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bg>
      <p:bgPr>
        <a:solidFill>
          <a:schemeClr val="accent2"/>
        </a:solidFill>
        <a:effectLst/>
      </p:bgPr>
    </p:bg>
    <p:spTree>
      <p:nvGrpSpPr>
        <p:cNvPr id="1" name=""/>
        <p:cNvGrpSpPr/>
        <p:nvPr/>
      </p:nvGrpSpPr>
      <p:grpSpPr>
        <a:xfrm>
          <a:off x="0" y="0"/>
          <a:ext cx="0" cy="0"/>
          <a:chOff x="0" y="0"/>
          <a:chExt cx="0" cy="0"/>
        </a:xfrm>
      </p:grpSpPr>
      <p:sp>
        <p:nvSpPr>
          <p:cNvPr id="12" name="Text Placeholder 21">
            <a:extLst>
              <a:ext uri="{FF2B5EF4-FFF2-40B4-BE49-F238E27FC236}">
                <a16:creationId xmlns:a16="http://schemas.microsoft.com/office/drawing/2014/main" id="{F2964EA8-200F-47C5-90C2-1DBA3D6D7CDB}"/>
              </a:ext>
            </a:extLst>
          </p:cNvPr>
          <p:cNvSpPr>
            <a:spLocks noGrp="1"/>
          </p:cNvSpPr>
          <p:nvPr>
            <p:ph type="body" sz="quarter" idx="12"/>
          </p:nvPr>
        </p:nvSpPr>
        <p:spPr>
          <a:xfrm>
            <a:off x="1028700" y="5078187"/>
            <a:ext cx="3222058" cy="964620"/>
          </a:xfrm>
        </p:spPr>
        <p:txBody>
          <a:bodyPr>
            <a:noAutofit/>
          </a:bodyPr>
          <a:lstStyle>
            <a:lvl1pPr marL="0" indent="0">
              <a:buNone/>
              <a:defRPr sz="1400">
                <a:solidFill>
                  <a:schemeClr val="accent2">
                    <a:lumMod val="50000"/>
                  </a:schemeClr>
                </a:solidFill>
              </a:defRPr>
            </a:lvl1pPr>
            <a:lvl2pPr marL="457200" indent="0">
              <a:buNone/>
              <a:defRPr sz="1400">
                <a:solidFill>
                  <a:schemeClr val="bg2">
                    <a:lumMod val="50000"/>
                  </a:schemeClr>
                </a:solidFill>
              </a:defRPr>
            </a:lvl2pPr>
            <a:lvl3pPr marL="914400" indent="0">
              <a:buNone/>
              <a:defRPr sz="1400">
                <a:solidFill>
                  <a:schemeClr val="bg2">
                    <a:lumMod val="50000"/>
                  </a:schemeClr>
                </a:solidFill>
              </a:defRPr>
            </a:lvl3pPr>
            <a:lvl4pPr marL="1371600" indent="0">
              <a:buNone/>
              <a:defRPr sz="1400">
                <a:solidFill>
                  <a:schemeClr val="bg2">
                    <a:lumMod val="50000"/>
                  </a:schemeClr>
                </a:solidFill>
              </a:defRPr>
            </a:lvl4pPr>
            <a:lvl5pPr marL="1828800" indent="0">
              <a:buNone/>
              <a:defRPr sz="1400">
                <a:solidFill>
                  <a:schemeClr val="bg2">
                    <a:lumMod val="50000"/>
                  </a:schemeClr>
                </a:solidFill>
              </a:defRPr>
            </a:lvl5pPr>
          </a:lstStyle>
          <a:p>
            <a:pPr lvl="0"/>
            <a:r>
              <a:rPr lang="en-US"/>
              <a:t>Click to edit Master text styles</a:t>
            </a:r>
          </a:p>
        </p:txBody>
      </p:sp>
      <p:sp>
        <p:nvSpPr>
          <p:cNvPr id="13" name="Picture Placeholder 19">
            <a:extLst>
              <a:ext uri="{FF2B5EF4-FFF2-40B4-BE49-F238E27FC236}">
                <a16:creationId xmlns:a16="http://schemas.microsoft.com/office/drawing/2014/main" id="{7878E298-5074-4E51-993E-34931A897F12}"/>
              </a:ext>
            </a:extLst>
          </p:cNvPr>
          <p:cNvSpPr>
            <a:spLocks noGrp="1"/>
          </p:cNvSpPr>
          <p:nvPr>
            <p:ph type="pic" sz="quarter" idx="11"/>
          </p:nvPr>
        </p:nvSpPr>
        <p:spPr>
          <a:xfrm>
            <a:off x="6221413" y="0"/>
            <a:ext cx="4941887" cy="5726113"/>
          </a:xfrm>
        </p:spPr>
        <p:txBody>
          <a:bodyPr/>
          <a:lstStyle/>
          <a:p>
            <a:r>
              <a:rPr lang="en-US"/>
              <a:t>Click icon to add picture</a:t>
            </a:r>
            <a:endParaRPr lang="en-US" dirty="0"/>
          </a:p>
        </p:txBody>
      </p:sp>
      <p:cxnSp>
        <p:nvCxnSpPr>
          <p:cNvPr id="15" name="Straight Connector 14">
            <a:extLst>
              <a:ext uri="{FF2B5EF4-FFF2-40B4-BE49-F238E27FC236}">
                <a16:creationId xmlns:a16="http://schemas.microsoft.com/office/drawing/2014/main" id="{42D26D0E-18C6-4DB1-B3A5-75E29BD65B17}"/>
              </a:ext>
            </a:extLst>
          </p:cNvPr>
          <p:cNvCxnSpPr>
            <a:cxnSpLocks/>
          </p:cNvCxnSpPr>
          <p:nvPr userDrawn="1"/>
        </p:nvCxnSpPr>
        <p:spPr>
          <a:xfrm>
            <a:off x="1028700" y="457211"/>
            <a:ext cx="1142999" cy="0"/>
          </a:xfrm>
          <a:prstGeom prst="line">
            <a:avLst/>
          </a:prstGeom>
          <a:noFill/>
          <a:ln w="15875" cap="flat" cmpd="sng" algn="ctr">
            <a:solidFill>
              <a:schemeClr val="accent2">
                <a:lumMod val="50000"/>
              </a:schemeClr>
            </a:solidFill>
            <a:prstDash val="solid"/>
            <a:miter lim="800000"/>
          </a:ln>
          <a:effectLst/>
        </p:spPr>
      </p:cxnSp>
      <p:sp>
        <p:nvSpPr>
          <p:cNvPr id="2" name="Title 1">
            <a:extLst>
              <a:ext uri="{FF2B5EF4-FFF2-40B4-BE49-F238E27FC236}">
                <a16:creationId xmlns:a16="http://schemas.microsoft.com/office/drawing/2014/main" id="{3989B90B-5C3C-4760-9360-5AE10BF87B9D}"/>
              </a:ext>
            </a:extLst>
          </p:cNvPr>
          <p:cNvSpPr>
            <a:spLocks noGrp="1"/>
          </p:cNvSpPr>
          <p:nvPr>
            <p:ph type="title"/>
          </p:nvPr>
        </p:nvSpPr>
        <p:spPr>
          <a:xfrm>
            <a:off x="914513" y="876299"/>
            <a:ext cx="5181486" cy="2242441"/>
          </a:xfrm>
        </p:spPr>
        <p:txBody>
          <a:bodyPr vert="horz" lIns="91440" tIns="45720" rIns="91440" bIns="45720" rtlCol="0" anchor="t">
            <a:normAutofit/>
          </a:bodyPr>
          <a:lstStyle>
            <a:lvl1pPr>
              <a:lnSpc>
                <a:spcPct val="90000"/>
              </a:lnSpc>
              <a:defRPr lang="en-US" sz="7200">
                <a:solidFill>
                  <a:schemeClr val="accent2">
                    <a:lumMod val="50000"/>
                  </a:schemeClr>
                </a:solidFill>
                <a:ea typeface="+mn-ea"/>
                <a:cs typeface="+mn-cs"/>
              </a:defRPr>
            </a:lvl1pPr>
          </a:lstStyle>
          <a:p>
            <a:pPr marL="0" lvl="0" indent="0">
              <a:lnSpc>
                <a:spcPts val="6500"/>
              </a:lnSpc>
              <a:spcBef>
                <a:spcPts val="1000"/>
              </a:spcBef>
              <a:buFont typeface="Arial" panose="020B0604020202020204" pitchFamily="34" charset="0"/>
            </a:pPr>
            <a:r>
              <a:rPr lang="en-US"/>
              <a:t>Click to edit Master title style</a:t>
            </a:r>
            <a:endParaRPr lang="en-US" dirty="0"/>
          </a:p>
        </p:txBody>
      </p:sp>
    </p:spTree>
    <p:extLst>
      <p:ext uri="{BB962C8B-B14F-4D97-AF65-F5344CB8AC3E}">
        <p14:creationId xmlns:p14="http://schemas.microsoft.com/office/powerpoint/2010/main" val="2916498579"/>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bg>
      <p:bgRef idx="1001">
        <a:schemeClr val="bg2"/>
      </p:bgRef>
    </p:bg>
    <p:spTree>
      <p:nvGrpSpPr>
        <p:cNvPr id="1" name=""/>
        <p:cNvGrpSpPr/>
        <p:nvPr/>
      </p:nvGrpSpPr>
      <p:grpSpPr>
        <a:xfrm>
          <a:off x="0" y="0"/>
          <a:ext cx="0" cy="0"/>
          <a:chOff x="0" y="0"/>
          <a:chExt cx="0" cy="0"/>
        </a:xfrm>
      </p:grpSpPr>
      <p:sp>
        <p:nvSpPr>
          <p:cNvPr id="28" name="Text Placeholder 27">
            <a:extLst>
              <a:ext uri="{FF2B5EF4-FFF2-40B4-BE49-F238E27FC236}">
                <a16:creationId xmlns:a16="http://schemas.microsoft.com/office/drawing/2014/main" id="{661D25CF-5413-4949-A54A-8716608406B5}"/>
              </a:ext>
            </a:extLst>
          </p:cNvPr>
          <p:cNvSpPr>
            <a:spLocks noGrp="1"/>
          </p:cNvSpPr>
          <p:nvPr>
            <p:ph type="body" sz="quarter" idx="11"/>
          </p:nvPr>
        </p:nvSpPr>
        <p:spPr>
          <a:xfrm>
            <a:off x="7258050" y="2000250"/>
            <a:ext cx="4667250" cy="3398837"/>
          </a:xfrm>
        </p:spPr>
        <p:txBody>
          <a:bodyPr>
            <a:normAutofit/>
          </a:bodyPr>
          <a:lstStyle>
            <a:lvl1pPr marL="0" indent="0">
              <a:lnSpc>
                <a:spcPct val="150000"/>
              </a:lnSpc>
              <a:buNone/>
              <a:defRPr sz="2000">
                <a:solidFill>
                  <a:schemeClr val="accent2">
                    <a:lumMod val="50000"/>
                  </a:schemeClr>
                </a:solidFill>
              </a:defRPr>
            </a:lvl1pPr>
          </a:lstStyle>
          <a:p>
            <a:pPr lvl="0"/>
            <a:r>
              <a:rPr lang="en-US"/>
              <a:t>Click to edit Master text styles</a:t>
            </a:r>
          </a:p>
        </p:txBody>
      </p:sp>
      <p:sp>
        <p:nvSpPr>
          <p:cNvPr id="35" name="Date Placeholder 3">
            <a:extLst>
              <a:ext uri="{FF2B5EF4-FFF2-40B4-BE49-F238E27FC236}">
                <a16:creationId xmlns:a16="http://schemas.microsoft.com/office/drawing/2014/main" id="{224E3A4F-8479-4D38-A6D4-85F0883F379F}"/>
              </a:ext>
            </a:extLst>
          </p:cNvPr>
          <p:cNvSpPr>
            <a:spLocks noGrp="1"/>
          </p:cNvSpPr>
          <p:nvPr>
            <p:ph type="dt" sz="half" idx="2"/>
          </p:nvPr>
        </p:nvSpPr>
        <p:spPr>
          <a:xfrm>
            <a:off x="133350" y="6486982"/>
            <a:ext cx="27432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C09D4DA8-2D4A-4F06-BECA-044AF4113FB4}" type="datetime1">
              <a:rPr lang="en-US" smtClean="0"/>
              <a:t>1/8/2026</a:t>
            </a:fld>
            <a:endParaRPr lang="en-US" dirty="0"/>
          </a:p>
        </p:txBody>
      </p:sp>
      <p:sp>
        <p:nvSpPr>
          <p:cNvPr id="36" name="Slide Number Placeholder 5">
            <a:extLst>
              <a:ext uri="{FF2B5EF4-FFF2-40B4-BE49-F238E27FC236}">
                <a16:creationId xmlns:a16="http://schemas.microsoft.com/office/drawing/2014/main" id="{D5A5341A-4863-40E8-8B9A-FB4E719257AE}"/>
              </a:ext>
            </a:extLst>
          </p:cNvPr>
          <p:cNvSpPr>
            <a:spLocks noGrp="1"/>
          </p:cNvSpPr>
          <p:nvPr>
            <p:ph type="sldNum" sz="quarter" idx="4"/>
          </p:nvPr>
        </p:nvSpPr>
        <p:spPr>
          <a:xfrm>
            <a:off x="9315450" y="6486982"/>
            <a:ext cx="2743200" cy="365125"/>
          </a:xfrm>
          <a:prstGeom prst="rect">
            <a:avLst/>
          </a:prstGeom>
        </p:spPr>
        <p:txBody>
          <a:bodyPr vert="horz" lIns="91440" tIns="45720" rIns="91440" bIns="45720" rtlCol="0" anchor="ctr"/>
          <a:lstStyle>
            <a:lvl1pPr algn="r">
              <a:defRPr sz="900">
                <a:solidFill>
                  <a:schemeClr val="tx1">
                    <a:tint val="75000"/>
                  </a:schemeClr>
                </a:solidFill>
                <a:latin typeface="Biome Light" panose="020B0303030204020804" pitchFamily="34" charset="0"/>
                <a:cs typeface="Biome Light" panose="020B0303030204020804" pitchFamily="34" charset="0"/>
              </a:defRPr>
            </a:lvl1pPr>
          </a:lstStyle>
          <a:p>
            <a:fld id="{294A09A9-5501-47C1-A89A-A340965A2BE2}" type="slidenum">
              <a:rPr lang="en-US" smtClean="0"/>
              <a:pPr/>
              <a:t>‹#›</a:t>
            </a:fld>
            <a:endParaRPr lang="en-US" dirty="0"/>
          </a:p>
        </p:txBody>
      </p:sp>
      <p:sp>
        <p:nvSpPr>
          <p:cNvPr id="2" name="Title 1">
            <a:extLst>
              <a:ext uri="{FF2B5EF4-FFF2-40B4-BE49-F238E27FC236}">
                <a16:creationId xmlns:a16="http://schemas.microsoft.com/office/drawing/2014/main" id="{6AD2FED0-CD95-48B0-B54A-1F64F952C6C0}"/>
              </a:ext>
            </a:extLst>
          </p:cNvPr>
          <p:cNvSpPr>
            <a:spLocks noGrp="1"/>
          </p:cNvSpPr>
          <p:nvPr>
            <p:ph type="title"/>
          </p:nvPr>
        </p:nvSpPr>
        <p:spPr>
          <a:xfrm>
            <a:off x="914513" y="876299"/>
            <a:ext cx="5181486" cy="2242441"/>
          </a:xfrm>
        </p:spPr>
        <p:txBody>
          <a:bodyPr vert="horz" lIns="91440" tIns="45720" rIns="91440" bIns="45720" rtlCol="0" anchor="t">
            <a:normAutofit/>
          </a:bodyPr>
          <a:lstStyle>
            <a:lvl1pPr>
              <a:defRPr lang="en-US" sz="7200">
                <a:solidFill>
                  <a:schemeClr val="accent2">
                    <a:lumMod val="50000"/>
                  </a:schemeClr>
                </a:solidFill>
                <a:ea typeface="+mn-ea"/>
                <a:cs typeface="+mn-cs"/>
              </a:defRPr>
            </a:lvl1pPr>
          </a:lstStyle>
          <a:p>
            <a:pPr marL="0" lvl="0" indent="0">
              <a:lnSpc>
                <a:spcPts val="6500"/>
              </a:lnSpc>
              <a:spcBef>
                <a:spcPts val="1000"/>
              </a:spcBef>
              <a:buFont typeface="Arial" panose="020B0604020202020204" pitchFamily="34" charset="0"/>
            </a:pPr>
            <a:r>
              <a:rPr lang="en-US"/>
              <a:t>Click to edit Master title style</a:t>
            </a:r>
          </a:p>
        </p:txBody>
      </p:sp>
      <p:cxnSp>
        <p:nvCxnSpPr>
          <p:cNvPr id="3" name="Straight Connector 2">
            <a:extLst>
              <a:ext uri="{FF2B5EF4-FFF2-40B4-BE49-F238E27FC236}">
                <a16:creationId xmlns:a16="http://schemas.microsoft.com/office/drawing/2014/main" id="{68EF5E91-A275-4181-9C62-BC0773AD0512}"/>
              </a:ext>
            </a:extLst>
          </p:cNvPr>
          <p:cNvCxnSpPr>
            <a:cxnSpLocks/>
          </p:cNvCxnSpPr>
          <p:nvPr userDrawn="1"/>
        </p:nvCxnSpPr>
        <p:spPr>
          <a:xfrm>
            <a:off x="1028700" y="457211"/>
            <a:ext cx="1142999" cy="0"/>
          </a:xfrm>
          <a:prstGeom prst="line">
            <a:avLst/>
          </a:prstGeom>
          <a:ln w="15875">
            <a:solidFill>
              <a:schemeClr val="accent2">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82271272"/>
      </p:ext>
    </p:extLst>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Introduction">
    <p:bg>
      <p:bgPr>
        <a:solidFill>
          <a:schemeClr val="accent1"/>
        </a:solidFill>
        <a:effectLst/>
      </p:bgPr>
    </p:bg>
    <p:spTree>
      <p:nvGrpSpPr>
        <p:cNvPr id="1" name=""/>
        <p:cNvGrpSpPr/>
        <p:nvPr/>
      </p:nvGrpSpPr>
      <p:grpSpPr>
        <a:xfrm>
          <a:off x="0" y="0"/>
          <a:ext cx="0" cy="0"/>
          <a:chOff x="0" y="0"/>
          <a:chExt cx="0" cy="0"/>
        </a:xfrm>
      </p:grpSpPr>
      <p:sp>
        <p:nvSpPr>
          <p:cNvPr id="17" name="Picture Placeholder 15">
            <a:extLst>
              <a:ext uri="{FF2B5EF4-FFF2-40B4-BE49-F238E27FC236}">
                <a16:creationId xmlns:a16="http://schemas.microsoft.com/office/drawing/2014/main" id="{423630CA-0A51-4B04-A57B-9E412A8FCD1F}"/>
              </a:ext>
            </a:extLst>
          </p:cNvPr>
          <p:cNvSpPr>
            <a:spLocks noGrp="1"/>
          </p:cNvSpPr>
          <p:nvPr>
            <p:ph type="pic" sz="quarter" idx="12"/>
          </p:nvPr>
        </p:nvSpPr>
        <p:spPr>
          <a:xfrm>
            <a:off x="8847137" y="3862387"/>
            <a:ext cx="2316163" cy="2538413"/>
          </a:xfrm>
        </p:spPr>
        <p:txBody>
          <a:bodyPr/>
          <a:lstStyle/>
          <a:p>
            <a:r>
              <a:rPr lang="en-US"/>
              <a:t>Click icon to add picture</a:t>
            </a:r>
          </a:p>
        </p:txBody>
      </p:sp>
      <p:sp>
        <p:nvSpPr>
          <p:cNvPr id="16" name="Picture Placeholder 15">
            <a:extLst>
              <a:ext uri="{FF2B5EF4-FFF2-40B4-BE49-F238E27FC236}">
                <a16:creationId xmlns:a16="http://schemas.microsoft.com/office/drawing/2014/main" id="{3C994AE8-9E30-418E-8361-5D851AFA42C5}"/>
              </a:ext>
            </a:extLst>
          </p:cNvPr>
          <p:cNvSpPr>
            <a:spLocks noGrp="1"/>
          </p:cNvSpPr>
          <p:nvPr>
            <p:ph type="pic" sz="quarter" idx="11"/>
          </p:nvPr>
        </p:nvSpPr>
        <p:spPr>
          <a:xfrm>
            <a:off x="6210300" y="3854450"/>
            <a:ext cx="2316163" cy="2538413"/>
          </a:xfrm>
        </p:spPr>
        <p:txBody>
          <a:bodyPr/>
          <a:lstStyle/>
          <a:p>
            <a:r>
              <a:rPr lang="en-US"/>
              <a:t>Click icon to add picture</a:t>
            </a:r>
          </a:p>
        </p:txBody>
      </p:sp>
      <p:sp>
        <p:nvSpPr>
          <p:cNvPr id="14" name="Picture Placeholder 13">
            <a:extLst>
              <a:ext uri="{FF2B5EF4-FFF2-40B4-BE49-F238E27FC236}">
                <a16:creationId xmlns:a16="http://schemas.microsoft.com/office/drawing/2014/main" id="{3D4E5783-2917-458E-BE61-F3D5AAA8F976}"/>
              </a:ext>
            </a:extLst>
          </p:cNvPr>
          <p:cNvSpPr>
            <a:spLocks noGrp="1"/>
          </p:cNvSpPr>
          <p:nvPr>
            <p:ph type="pic" sz="quarter" idx="10"/>
          </p:nvPr>
        </p:nvSpPr>
        <p:spPr>
          <a:xfrm>
            <a:off x="6210300" y="465138"/>
            <a:ext cx="4953000" cy="3090862"/>
          </a:xfrm>
        </p:spPr>
        <p:txBody>
          <a:bodyPr/>
          <a:lstStyle/>
          <a:p>
            <a:r>
              <a:rPr lang="en-US"/>
              <a:t>Click icon to add picture</a:t>
            </a:r>
          </a:p>
        </p:txBody>
      </p:sp>
      <p:sp>
        <p:nvSpPr>
          <p:cNvPr id="23" name="Text Placeholder 22">
            <a:extLst>
              <a:ext uri="{FF2B5EF4-FFF2-40B4-BE49-F238E27FC236}">
                <a16:creationId xmlns:a16="http://schemas.microsoft.com/office/drawing/2014/main" id="{B1D734B5-5F1C-4E34-81FF-AD75105E8391}"/>
              </a:ext>
            </a:extLst>
          </p:cNvPr>
          <p:cNvSpPr>
            <a:spLocks noGrp="1"/>
          </p:cNvSpPr>
          <p:nvPr>
            <p:ph type="body" sz="quarter" idx="15" hasCustomPrompt="1"/>
          </p:nvPr>
        </p:nvSpPr>
        <p:spPr>
          <a:xfrm>
            <a:off x="761917" y="517972"/>
            <a:ext cx="2956560" cy="1333500"/>
          </a:xfrm>
        </p:spPr>
        <p:txBody>
          <a:bodyPr>
            <a:noAutofit/>
          </a:bodyPr>
          <a:lstStyle>
            <a:lvl1pPr marL="0" indent="0">
              <a:lnSpc>
                <a:spcPct val="90000"/>
              </a:lnSpc>
              <a:buNone/>
              <a:defRPr sz="8800" b="1">
                <a:solidFill>
                  <a:schemeClr val="bg1"/>
                </a:solidFill>
                <a:latin typeface="+mj-lt"/>
              </a:defRPr>
            </a:lvl1pPr>
          </a:lstStyle>
          <a:p>
            <a:pPr lvl="0"/>
            <a:r>
              <a:rPr lang="en-US" dirty="0"/>
              <a:t>01</a:t>
            </a:r>
          </a:p>
        </p:txBody>
      </p:sp>
      <p:sp>
        <p:nvSpPr>
          <p:cNvPr id="19" name="Text Placeholder 18">
            <a:extLst>
              <a:ext uri="{FF2B5EF4-FFF2-40B4-BE49-F238E27FC236}">
                <a16:creationId xmlns:a16="http://schemas.microsoft.com/office/drawing/2014/main" id="{65757DE8-43D6-4A47-ABC9-B39EC8016CB2}"/>
              </a:ext>
            </a:extLst>
          </p:cNvPr>
          <p:cNvSpPr>
            <a:spLocks noGrp="1"/>
          </p:cNvSpPr>
          <p:nvPr>
            <p:ph type="body" sz="quarter" idx="13"/>
          </p:nvPr>
        </p:nvSpPr>
        <p:spPr>
          <a:xfrm>
            <a:off x="1040130" y="2009775"/>
            <a:ext cx="3924300" cy="4391025"/>
          </a:xfrm>
        </p:spPr>
        <p:txBody>
          <a:bodyPr>
            <a:normAutofit/>
          </a:bodyPr>
          <a:lstStyle>
            <a:lvl1pPr marL="0" indent="0">
              <a:lnSpc>
                <a:spcPct val="150000"/>
              </a:lnSpc>
              <a:buNone/>
              <a:defRPr sz="1600">
                <a:solidFill>
                  <a:schemeClr val="accent2">
                    <a:lumMod val="50000"/>
                  </a:schemeClr>
                </a:solidFill>
              </a:defRPr>
            </a:lvl1pPr>
            <a:lvl2pPr marL="457200" indent="0">
              <a:buNone/>
              <a:defRPr sz="2000">
                <a:solidFill>
                  <a:schemeClr val="tx2">
                    <a:lumMod val="50000"/>
                  </a:schemeClr>
                </a:solidFill>
              </a:defRPr>
            </a:lvl2pPr>
            <a:lvl3pPr marL="914400" indent="0">
              <a:buNone/>
              <a:defRPr sz="1800">
                <a:solidFill>
                  <a:schemeClr val="tx2">
                    <a:lumMod val="50000"/>
                  </a:schemeClr>
                </a:solidFill>
              </a:defRPr>
            </a:lvl3pPr>
            <a:lvl4pPr marL="1371600" indent="0">
              <a:buNone/>
              <a:defRPr sz="1600">
                <a:solidFill>
                  <a:schemeClr val="tx2">
                    <a:lumMod val="50000"/>
                  </a:schemeClr>
                </a:solidFill>
              </a:defRPr>
            </a:lvl4pPr>
            <a:lvl5pPr marL="1828800" indent="0">
              <a:buNone/>
              <a:defRPr sz="1600">
                <a:solidFill>
                  <a:schemeClr val="tx2">
                    <a:lumMod val="50000"/>
                  </a:schemeClr>
                </a:solidFill>
              </a:defRPr>
            </a:lvl5pPr>
          </a:lstStyle>
          <a:p>
            <a:pPr lvl="0"/>
            <a:r>
              <a:rPr lang="en-US"/>
              <a:t>Click to edit Master text styles</a:t>
            </a:r>
          </a:p>
        </p:txBody>
      </p:sp>
      <p:sp>
        <p:nvSpPr>
          <p:cNvPr id="30" name="Date Placeholder 3">
            <a:extLst>
              <a:ext uri="{FF2B5EF4-FFF2-40B4-BE49-F238E27FC236}">
                <a16:creationId xmlns:a16="http://schemas.microsoft.com/office/drawing/2014/main" id="{984C97B0-0D42-4831-9ABD-390370C0F0B6}"/>
              </a:ext>
            </a:extLst>
          </p:cNvPr>
          <p:cNvSpPr>
            <a:spLocks noGrp="1"/>
          </p:cNvSpPr>
          <p:nvPr>
            <p:ph type="dt" sz="half" idx="2"/>
          </p:nvPr>
        </p:nvSpPr>
        <p:spPr>
          <a:xfrm>
            <a:off x="133350" y="6486982"/>
            <a:ext cx="27432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C7C81873-7D47-483D-BCB4-50DD9806C720}" type="datetime1">
              <a:rPr lang="en-US" smtClean="0"/>
              <a:t>1/8/2026</a:t>
            </a:fld>
            <a:endParaRPr lang="en-US" dirty="0"/>
          </a:p>
        </p:txBody>
      </p:sp>
      <p:sp>
        <p:nvSpPr>
          <p:cNvPr id="31" name="Slide Number Placeholder 5">
            <a:extLst>
              <a:ext uri="{FF2B5EF4-FFF2-40B4-BE49-F238E27FC236}">
                <a16:creationId xmlns:a16="http://schemas.microsoft.com/office/drawing/2014/main" id="{CE8438DF-723C-49AB-AD18-1C40F107F5BC}"/>
              </a:ext>
            </a:extLst>
          </p:cNvPr>
          <p:cNvSpPr>
            <a:spLocks noGrp="1"/>
          </p:cNvSpPr>
          <p:nvPr>
            <p:ph type="sldNum" sz="quarter" idx="4"/>
          </p:nvPr>
        </p:nvSpPr>
        <p:spPr>
          <a:xfrm>
            <a:off x="9315450" y="6486982"/>
            <a:ext cx="2743200" cy="365125"/>
          </a:xfrm>
          <a:prstGeom prst="rect">
            <a:avLst/>
          </a:prstGeom>
        </p:spPr>
        <p:txBody>
          <a:bodyPr vert="horz" lIns="91440" tIns="45720" rIns="91440" bIns="45720" rtlCol="0" anchor="ctr"/>
          <a:lstStyle>
            <a:lvl1pPr algn="r">
              <a:defRPr sz="900">
                <a:solidFill>
                  <a:schemeClr val="tx1">
                    <a:tint val="75000"/>
                  </a:schemeClr>
                </a:solidFill>
                <a:latin typeface="Biome Light" panose="020B0303030204020804" pitchFamily="34" charset="0"/>
                <a:cs typeface="Biome Light" panose="020B0303030204020804" pitchFamily="34" charset="0"/>
              </a:defRPr>
            </a:lvl1pPr>
          </a:lstStyle>
          <a:p>
            <a:fld id="{294A09A9-5501-47C1-A89A-A340965A2BE2}" type="slidenum">
              <a:rPr lang="en-US" smtClean="0"/>
              <a:pPr/>
              <a:t>‹#›</a:t>
            </a:fld>
            <a:endParaRPr lang="en-US" dirty="0"/>
          </a:p>
        </p:txBody>
      </p:sp>
      <p:sp>
        <p:nvSpPr>
          <p:cNvPr id="2" name="Title 1">
            <a:extLst>
              <a:ext uri="{FF2B5EF4-FFF2-40B4-BE49-F238E27FC236}">
                <a16:creationId xmlns:a16="http://schemas.microsoft.com/office/drawing/2014/main" id="{6032FDE8-62A6-4290-88E6-2795313DE27E}"/>
              </a:ext>
            </a:extLst>
          </p:cNvPr>
          <p:cNvSpPr>
            <a:spLocks noGrp="1"/>
          </p:cNvSpPr>
          <p:nvPr>
            <p:ph type="title" hasCustomPrompt="1"/>
          </p:nvPr>
        </p:nvSpPr>
        <p:spPr>
          <a:xfrm>
            <a:off x="1028700" y="465137"/>
            <a:ext cx="3935647" cy="1340615"/>
          </a:xfrm>
        </p:spPr>
        <p:txBody>
          <a:bodyPr vert="horz" lIns="91440" tIns="45720" rIns="91440" bIns="45720" rtlCol="0" anchor="ctr">
            <a:noAutofit/>
          </a:bodyPr>
          <a:lstStyle>
            <a:lvl1pPr>
              <a:defRPr lang="en-US">
                <a:solidFill>
                  <a:schemeClr val="accent2">
                    <a:lumMod val="50000"/>
                  </a:schemeClr>
                </a:solidFill>
                <a:latin typeface="+mn-lt"/>
                <a:ea typeface="+mn-ea"/>
                <a:cs typeface="+mn-cs"/>
              </a:defRPr>
            </a:lvl1pPr>
          </a:lstStyle>
          <a:p>
            <a:pPr marL="0" lvl="0" indent="0">
              <a:spcBef>
                <a:spcPts val="1000"/>
              </a:spcBef>
              <a:buFont typeface="Arial" panose="020B0604020202020204" pitchFamily="34" charset="0"/>
            </a:pPr>
            <a:r>
              <a:rPr lang="en-US" dirty="0"/>
              <a:t>Title</a:t>
            </a:r>
          </a:p>
        </p:txBody>
      </p:sp>
    </p:spTree>
    <p:extLst>
      <p:ext uri="{BB962C8B-B14F-4D97-AF65-F5344CB8AC3E}">
        <p14:creationId xmlns:p14="http://schemas.microsoft.com/office/powerpoint/2010/main" val="28026350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Break">
    <p:bg>
      <p:bgPr>
        <a:solidFill>
          <a:schemeClr val="accent2"/>
        </a:solidFill>
        <a:effectLst/>
      </p:bgPr>
    </p:bg>
    <p:spTree>
      <p:nvGrpSpPr>
        <p:cNvPr id="1" name=""/>
        <p:cNvGrpSpPr/>
        <p:nvPr/>
      </p:nvGrpSpPr>
      <p:grpSpPr>
        <a:xfrm>
          <a:off x="0" y="0"/>
          <a:ext cx="0" cy="0"/>
          <a:chOff x="0" y="0"/>
          <a:chExt cx="0" cy="0"/>
        </a:xfrm>
      </p:grpSpPr>
      <p:sp>
        <p:nvSpPr>
          <p:cNvPr id="22" name="Text Placeholder 21">
            <a:extLst>
              <a:ext uri="{FF2B5EF4-FFF2-40B4-BE49-F238E27FC236}">
                <a16:creationId xmlns:a16="http://schemas.microsoft.com/office/drawing/2014/main" id="{BC85317C-3A2D-483F-B913-714129E195A2}"/>
              </a:ext>
            </a:extLst>
          </p:cNvPr>
          <p:cNvSpPr>
            <a:spLocks noGrp="1"/>
          </p:cNvSpPr>
          <p:nvPr>
            <p:ph type="body" sz="quarter" idx="13" hasCustomPrompt="1"/>
          </p:nvPr>
        </p:nvSpPr>
        <p:spPr>
          <a:xfrm>
            <a:off x="2773045" y="2426610"/>
            <a:ext cx="2378075" cy="1111250"/>
          </a:xfrm>
        </p:spPr>
        <p:txBody>
          <a:bodyPr>
            <a:noAutofit/>
          </a:bodyPr>
          <a:lstStyle>
            <a:lvl1pPr marL="0" indent="0">
              <a:lnSpc>
                <a:spcPct val="90000"/>
              </a:lnSpc>
              <a:buNone/>
              <a:defRPr sz="8800">
                <a:solidFill>
                  <a:schemeClr val="bg1"/>
                </a:solidFill>
              </a:defRPr>
            </a:lvl1pPr>
          </a:lstStyle>
          <a:p>
            <a:pPr lvl="0"/>
            <a:r>
              <a:rPr lang="en-US" dirty="0"/>
              <a:t>02</a:t>
            </a:r>
          </a:p>
        </p:txBody>
      </p:sp>
      <p:sp>
        <p:nvSpPr>
          <p:cNvPr id="2" name="Title 1">
            <a:extLst>
              <a:ext uri="{FF2B5EF4-FFF2-40B4-BE49-F238E27FC236}">
                <a16:creationId xmlns:a16="http://schemas.microsoft.com/office/drawing/2014/main" id="{C45DFEC7-1EEC-4FF2-868A-9799EA69FE87}"/>
              </a:ext>
            </a:extLst>
          </p:cNvPr>
          <p:cNvSpPr>
            <a:spLocks noGrp="1"/>
          </p:cNvSpPr>
          <p:nvPr>
            <p:ph type="title"/>
          </p:nvPr>
        </p:nvSpPr>
        <p:spPr>
          <a:xfrm>
            <a:off x="3037155" y="2714986"/>
            <a:ext cx="6674802" cy="655320"/>
          </a:xfrm>
        </p:spPr>
        <p:txBody>
          <a:bodyPr vert="horz" lIns="91440" tIns="45720" rIns="91440" bIns="45720" rtlCol="0">
            <a:normAutofit/>
          </a:bodyPr>
          <a:lstStyle>
            <a:lvl1pPr>
              <a:defRPr lang="en-US">
                <a:solidFill>
                  <a:schemeClr val="accent2">
                    <a:lumMod val="50000"/>
                  </a:schemeClr>
                </a:solidFill>
                <a:ea typeface="+mn-ea"/>
                <a:cs typeface="+mn-cs"/>
              </a:defRPr>
            </a:lvl1pPr>
          </a:lstStyle>
          <a:p>
            <a:pPr marL="0" lvl="0" indent="0">
              <a:spcBef>
                <a:spcPts val="1000"/>
              </a:spcBef>
              <a:buFont typeface="Arial" panose="020B0604020202020204" pitchFamily="34" charset="0"/>
            </a:pPr>
            <a:r>
              <a:rPr lang="en-US"/>
              <a:t>Click to edit Master title style</a:t>
            </a:r>
            <a:endParaRPr lang="en-US" dirty="0"/>
          </a:p>
        </p:txBody>
      </p:sp>
    </p:spTree>
    <p:extLst>
      <p:ext uri="{BB962C8B-B14F-4D97-AF65-F5344CB8AC3E}">
        <p14:creationId xmlns:p14="http://schemas.microsoft.com/office/powerpoint/2010/main" val="30106943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hart and Graph">
    <p:bg>
      <p:bgPr>
        <a:solidFill>
          <a:schemeClr val="bg2"/>
        </a:solidFill>
        <a:effectLst/>
      </p:bgPr>
    </p:bg>
    <p:spTree>
      <p:nvGrpSpPr>
        <p:cNvPr id="1" name=""/>
        <p:cNvGrpSpPr/>
        <p:nvPr/>
      </p:nvGrpSpPr>
      <p:grpSpPr>
        <a:xfrm>
          <a:off x="0" y="0"/>
          <a:ext cx="0" cy="0"/>
          <a:chOff x="0" y="0"/>
          <a:chExt cx="0" cy="0"/>
        </a:xfrm>
      </p:grpSpPr>
      <p:sp>
        <p:nvSpPr>
          <p:cNvPr id="14" name="Date Placeholder 3">
            <a:extLst>
              <a:ext uri="{FF2B5EF4-FFF2-40B4-BE49-F238E27FC236}">
                <a16:creationId xmlns:a16="http://schemas.microsoft.com/office/drawing/2014/main" id="{6E394D08-059F-42CF-AB8C-ED21F3BFB18A}"/>
              </a:ext>
            </a:extLst>
          </p:cNvPr>
          <p:cNvSpPr>
            <a:spLocks noGrp="1"/>
          </p:cNvSpPr>
          <p:nvPr>
            <p:ph type="dt" sz="half" idx="2"/>
          </p:nvPr>
        </p:nvSpPr>
        <p:spPr>
          <a:xfrm>
            <a:off x="133350" y="6486982"/>
            <a:ext cx="27432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90EA6C54-2562-43EA-9A1B-F808D04718E7}" type="datetime1">
              <a:rPr lang="en-US" smtClean="0"/>
              <a:t>1/8/2026</a:t>
            </a:fld>
            <a:endParaRPr lang="en-US" dirty="0"/>
          </a:p>
        </p:txBody>
      </p:sp>
      <p:sp>
        <p:nvSpPr>
          <p:cNvPr id="15" name="Slide Number Placeholder 5">
            <a:extLst>
              <a:ext uri="{FF2B5EF4-FFF2-40B4-BE49-F238E27FC236}">
                <a16:creationId xmlns:a16="http://schemas.microsoft.com/office/drawing/2014/main" id="{BDF7B388-741A-4181-9A9E-D8FA8EC49D29}"/>
              </a:ext>
            </a:extLst>
          </p:cNvPr>
          <p:cNvSpPr>
            <a:spLocks noGrp="1"/>
          </p:cNvSpPr>
          <p:nvPr>
            <p:ph type="sldNum" sz="quarter" idx="4"/>
          </p:nvPr>
        </p:nvSpPr>
        <p:spPr>
          <a:xfrm>
            <a:off x="9315450" y="6486982"/>
            <a:ext cx="2743200" cy="365125"/>
          </a:xfrm>
          <a:prstGeom prst="rect">
            <a:avLst/>
          </a:prstGeom>
        </p:spPr>
        <p:txBody>
          <a:bodyPr vert="horz" lIns="91440" tIns="45720" rIns="91440" bIns="45720" rtlCol="0" anchor="ctr"/>
          <a:lstStyle>
            <a:lvl1pPr algn="r">
              <a:defRPr sz="900">
                <a:solidFill>
                  <a:schemeClr val="tx1">
                    <a:tint val="75000"/>
                  </a:schemeClr>
                </a:solidFill>
                <a:latin typeface="Biome Light" panose="020B0303030204020804" pitchFamily="34" charset="0"/>
                <a:cs typeface="Biome Light" panose="020B0303030204020804" pitchFamily="34" charset="0"/>
              </a:defRPr>
            </a:lvl1p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40624600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Quote">
    <p:bg>
      <p:bgPr>
        <a:solidFill>
          <a:schemeClr val="accent1"/>
        </a:solidFill>
        <a:effectLst/>
      </p:bgPr>
    </p:bg>
    <p:spTree>
      <p:nvGrpSpPr>
        <p:cNvPr id="1" name=""/>
        <p:cNvGrpSpPr/>
        <p:nvPr/>
      </p:nvGrpSpPr>
      <p:grpSpPr>
        <a:xfrm>
          <a:off x="0" y="0"/>
          <a:ext cx="0" cy="0"/>
          <a:chOff x="0" y="0"/>
          <a:chExt cx="0" cy="0"/>
        </a:xfrm>
      </p:grpSpPr>
      <p:sp>
        <p:nvSpPr>
          <p:cNvPr id="14" name="Date Placeholder 3">
            <a:extLst>
              <a:ext uri="{FF2B5EF4-FFF2-40B4-BE49-F238E27FC236}">
                <a16:creationId xmlns:a16="http://schemas.microsoft.com/office/drawing/2014/main" id="{6E394D08-059F-42CF-AB8C-ED21F3BFB18A}"/>
              </a:ext>
            </a:extLst>
          </p:cNvPr>
          <p:cNvSpPr>
            <a:spLocks noGrp="1"/>
          </p:cNvSpPr>
          <p:nvPr>
            <p:ph type="dt" sz="half" idx="2"/>
          </p:nvPr>
        </p:nvSpPr>
        <p:spPr>
          <a:xfrm>
            <a:off x="133350" y="6486982"/>
            <a:ext cx="27432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90EA6C54-2562-43EA-9A1B-F808D04718E7}" type="datetime1">
              <a:rPr lang="en-US" smtClean="0"/>
              <a:t>1/8/2026</a:t>
            </a:fld>
            <a:endParaRPr lang="en-US" dirty="0"/>
          </a:p>
        </p:txBody>
      </p:sp>
      <p:sp>
        <p:nvSpPr>
          <p:cNvPr id="15" name="Slide Number Placeholder 5">
            <a:extLst>
              <a:ext uri="{FF2B5EF4-FFF2-40B4-BE49-F238E27FC236}">
                <a16:creationId xmlns:a16="http://schemas.microsoft.com/office/drawing/2014/main" id="{BDF7B388-741A-4181-9A9E-D8FA8EC49D29}"/>
              </a:ext>
            </a:extLst>
          </p:cNvPr>
          <p:cNvSpPr>
            <a:spLocks noGrp="1"/>
          </p:cNvSpPr>
          <p:nvPr>
            <p:ph type="sldNum" sz="quarter" idx="4"/>
          </p:nvPr>
        </p:nvSpPr>
        <p:spPr>
          <a:xfrm>
            <a:off x="9315450" y="6486982"/>
            <a:ext cx="2743200" cy="365125"/>
          </a:xfrm>
          <a:prstGeom prst="rect">
            <a:avLst/>
          </a:prstGeom>
        </p:spPr>
        <p:txBody>
          <a:bodyPr vert="horz" lIns="91440" tIns="45720" rIns="91440" bIns="45720" rtlCol="0" anchor="ctr"/>
          <a:lstStyle>
            <a:lvl1pPr algn="r">
              <a:defRPr sz="900">
                <a:solidFill>
                  <a:schemeClr val="tx1">
                    <a:tint val="75000"/>
                  </a:schemeClr>
                </a:solidFill>
                <a:latin typeface="Biome Light" panose="020B0303030204020804" pitchFamily="34" charset="0"/>
                <a:cs typeface="Biome Light" panose="020B0303030204020804" pitchFamily="34" charset="0"/>
              </a:defRPr>
            </a:lvl1pPr>
          </a:lstStyle>
          <a:p>
            <a:fld id="{294A09A9-5501-47C1-A89A-A340965A2BE2}" type="slidenum">
              <a:rPr lang="en-US" smtClean="0"/>
              <a:pPr/>
              <a:t>‹#›</a:t>
            </a:fld>
            <a:endParaRPr lang="en-US" dirty="0"/>
          </a:p>
        </p:txBody>
      </p:sp>
      <p:sp>
        <p:nvSpPr>
          <p:cNvPr id="7" name="Picture Placeholder 6">
            <a:extLst>
              <a:ext uri="{FF2B5EF4-FFF2-40B4-BE49-F238E27FC236}">
                <a16:creationId xmlns:a16="http://schemas.microsoft.com/office/drawing/2014/main" id="{2364FFEF-B933-46C6-A918-A80C987DB70F}"/>
              </a:ext>
            </a:extLst>
          </p:cNvPr>
          <p:cNvSpPr>
            <a:spLocks noGrp="1"/>
          </p:cNvSpPr>
          <p:nvPr>
            <p:ph type="pic" sz="quarter" idx="10"/>
          </p:nvPr>
        </p:nvSpPr>
        <p:spPr>
          <a:xfrm>
            <a:off x="1022147" y="0"/>
            <a:ext cx="3938588" cy="6400800"/>
          </a:xfrm>
        </p:spPr>
        <p:txBody>
          <a:bodyPr/>
          <a:lstStyle/>
          <a:p>
            <a:r>
              <a:rPr lang="en-US"/>
              <a:t>Click icon to add picture</a:t>
            </a:r>
          </a:p>
        </p:txBody>
      </p:sp>
      <p:pic>
        <p:nvPicPr>
          <p:cNvPr id="4" name="Picture 3" hidden="1">
            <a:extLst>
              <a:ext uri="{FF2B5EF4-FFF2-40B4-BE49-F238E27FC236}">
                <a16:creationId xmlns:a16="http://schemas.microsoft.com/office/drawing/2014/main" id="{59E5EAF8-68C2-4910-8F66-D9320B9574C2}"/>
              </a:ext>
            </a:extLst>
          </p:cNvPr>
          <p:cNvPicPr>
            <a:picLocks noChangeAspect="1"/>
          </p:cNvPicPr>
          <p:nvPr userDrawn="1"/>
        </p:nvPicPr>
        <p:blipFill>
          <a:blip r:embed="rId2"/>
          <a:stretch>
            <a:fillRect/>
          </a:stretch>
        </p:blipFill>
        <p:spPr>
          <a:xfrm>
            <a:off x="5947967" y="2105933"/>
            <a:ext cx="5297883" cy="1024217"/>
          </a:xfrm>
          <a:prstGeom prst="rect">
            <a:avLst/>
          </a:prstGeom>
        </p:spPr>
      </p:pic>
      <p:sp>
        <p:nvSpPr>
          <p:cNvPr id="5" name="Title 4">
            <a:extLst>
              <a:ext uri="{FF2B5EF4-FFF2-40B4-BE49-F238E27FC236}">
                <a16:creationId xmlns:a16="http://schemas.microsoft.com/office/drawing/2014/main" id="{E3BE48E1-D3BE-4B52-B2EC-13A514CB0530}"/>
              </a:ext>
            </a:extLst>
          </p:cNvPr>
          <p:cNvSpPr>
            <a:spLocks noGrp="1"/>
          </p:cNvSpPr>
          <p:nvPr>
            <p:ph type="title"/>
          </p:nvPr>
        </p:nvSpPr>
        <p:spPr>
          <a:xfrm>
            <a:off x="5947966" y="2105933"/>
            <a:ext cx="5297883" cy="2237467"/>
          </a:xfrm>
        </p:spPr>
        <p:txBody>
          <a:bodyPr anchor="t">
            <a:normAutofit/>
          </a:bodyPr>
          <a:lstStyle>
            <a:lvl1pPr>
              <a:lnSpc>
                <a:spcPct val="150000"/>
              </a:lnSpc>
              <a:spcBef>
                <a:spcPts val="1000"/>
              </a:spcBef>
              <a:defRPr sz="2000">
                <a:solidFill>
                  <a:schemeClr val="accent2">
                    <a:lumMod val="50000"/>
                  </a:schemeClr>
                </a:solidFill>
              </a:defRPr>
            </a:lvl1pPr>
          </a:lstStyle>
          <a:p>
            <a:r>
              <a:rPr lang="en-US"/>
              <a:t>Click to edit Master title style</a:t>
            </a:r>
          </a:p>
        </p:txBody>
      </p:sp>
    </p:spTree>
    <p:extLst>
      <p:ext uri="{BB962C8B-B14F-4D97-AF65-F5344CB8AC3E}">
        <p14:creationId xmlns:p14="http://schemas.microsoft.com/office/powerpoint/2010/main" val="251674530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meline">
    <p:bg>
      <p:bgRef idx="1001">
        <a:schemeClr val="bg2"/>
      </p:bgRef>
    </p:bg>
    <p:spTree>
      <p:nvGrpSpPr>
        <p:cNvPr id="1" name=""/>
        <p:cNvGrpSpPr/>
        <p:nvPr/>
      </p:nvGrpSpPr>
      <p:grpSpPr>
        <a:xfrm>
          <a:off x="0" y="0"/>
          <a:ext cx="0" cy="0"/>
          <a:chOff x="0" y="0"/>
          <a:chExt cx="0" cy="0"/>
        </a:xfrm>
      </p:grpSpPr>
      <p:sp>
        <p:nvSpPr>
          <p:cNvPr id="15" name="Date Placeholder 3">
            <a:extLst>
              <a:ext uri="{FF2B5EF4-FFF2-40B4-BE49-F238E27FC236}">
                <a16:creationId xmlns:a16="http://schemas.microsoft.com/office/drawing/2014/main" id="{50815B22-13FE-47CD-9F79-73704A278BD7}"/>
              </a:ext>
            </a:extLst>
          </p:cNvPr>
          <p:cNvSpPr>
            <a:spLocks noGrp="1"/>
          </p:cNvSpPr>
          <p:nvPr>
            <p:ph type="dt" sz="half" idx="2"/>
          </p:nvPr>
        </p:nvSpPr>
        <p:spPr>
          <a:xfrm>
            <a:off x="133350" y="6486982"/>
            <a:ext cx="27432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C5DB74C9-B808-4394-A017-79C83B2524EF}" type="datetime1">
              <a:rPr lang="en-US" smtClean="0"/>
              <a:t>1/8/2026</a:t>
            </a:fld>
            <a:endParaRPr lang="en-US" dirty="0"/>
          </a:p>
        </p:txBody>
      </p:sp>
      <p:sp>
        <p:nvSpPr>
          <p:cNvPr id="16" name="Slide Number Placeholder 5">
            <a:extLst>
              <a:ext uri="{FF2B5EF4-FFF2-40B4-BE49-F238E27FC236}">
                <a16:creationId xmlns:a16="http://schemas.microsoft.com/office/drawing/2014/main" id="{D7669539-CB64-44F5-999D-7B9E61F8AF99}"/>
              </a:ext>
            </a:extLst>
          </p:cNvPr>
          <p:cNvSpPr>
            <a:spLocks noGrp="1"/>
          </p:cNvSpPr>
          <p:nvPr>
            <p:ph type="sldNum" sz="quarter" idx="4"/>
          </p:nvPr>
        </p:nvSpPr>
        <p:spPr>
          <a:xfrm>
            <a:off x="9315450" y="6486982"/>
            <a:ext cx="2743200" cy="365125"/>
          </a:xfrm>
          <a:prstGeom prst="rect">
            <a:avLst/>
          </a:prstGeom>
        </p:spPr>
        <p:txBody>
          <a:bodyPr vert="horz" lIns="91440" tIns="45720" rIns="91440" bIns="45720" rtlCol="0" anchor="ctr"/>
          <a:lstStyle>
            <a:lvl1pPr algn="r">
              <a:defRPr sz="900">
                <a:solidFill>
                  <a:schemeClr val="tx1">
                    <a:tint val="75000"/>
                  </a:schemeClr>
                </a:solidFill>
                <a:latin typeface="Biome Light" panose="020B0303030204020804" pitchFamily="34" charset="0"/>
                <a:cs typeface="Biome Light" panose="020B0303030204020804" pitchFamily="34" charset="0"/>
              </a:defRPr>
            </a:lvl1pPr>
          </a:lstStyle>
          <a:p>
            <a:fld id="{294A09A9-5501-47C1-A89A-A340965A2BE2}" type="slidenum">
              <a:rPr lang="en-US" smtClean="0"/>
              <a:pPr/>
              <a:t>‹#›</a:t>
            </a:fld>
            <a:endParaRPr lang="en-US" dirty="0"/>
          </a:p>
        </p:txBody>
      </p:sp>
      <p:sp>
        <p:nvSpPr>
          <p:cNvPr id="3" name="Content Placeholder 2">
            <a:extLst>
              <a:ext uri="{FF2B5EF4-FFF2-40B4-BE49-F238E27FC236}">
                <a16:creationId xmlns:a16="http://schemas.microsoft.com/office/drawing/2014/main" id="{822BA076-F3B9-47CB-80C2-BE29F157D044}"/>
              </a:ext>
            </a:extLst>
          </p:cNvPr>
          <p:cNvSpPr>
            <a:spLocks noGrp="1"/>
          </p:cNvSpPr>
          <p:nvPr>
            <p:ph sz="quarter" idx="11"/>
          </p:nvPr>
        </p:nvSpPr>
        <p:spPr>
          <a:xfrm>
            <a:off x="854075" y="1625600"/>
            <a:ext cx="10499725" cy="48609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itle 3">
            <a:extLst>
              <a:ext uri="{FF2B5EF4-FFF2-40B4-BE49-F238E27FC236}">
                <a16:creationId xmlns:a16="http://schemas.microsoft.com/office/drawing/2014/main" id="{E909627E-FE70-43A1-B0CB-4D4F6C32C2D0}"/>
              </a:ext>
            </a:extLst>
          </p:cNvPr>
          <p:cNvSpPr>
            <a:spLocks noGrp="1"/>
          </p:cNvSpPr>
          <p:nvPr>
            <p:ph type="title" hasCustomPrompt="1"/>
          </p:nvPr>
        </p:nvSpPr>
        <p:spPr>
          <a:xfrm>
            <a:off x="854074" y="122239"/>
            <a:ext cx="10499725" cy="1355724"/>
          </a:xfrm>
        </p:spPr>
        <p:txBody>
          <a:bodyPr vert="horz" lIns="91440" tIns="45720" rIns="91440" bIns="45720" rtlCol="0" anchor="ctr">
            <a:normAutofit/>
          </a:bodyPr>
          <a:lstStyle>
            <a:lvl1pPr algn="ctr">
              <a:defRPr lang="en-US">
                <a:solidFill>
                  <a:schemeClr val="accent2">
                    <a:lumMod val="50000"/>
                  </a:schemeClr>
                </a:solidFill>
                <a:ea typeface="+mn-ea"/>
                <a:cs typeface="+mn-cs"/>
              </a:defRPr>
            </a:lvl1pPr>
          </a:lstStyle>
          <a:p>
            <a:pPr lvl="0"/>
            <a:r>
              <a:rPr lang="en-US" dirty="0"/>
              <a:t>Click to edit Master text styles</a:t>
            </a:r>
          </a:p>
        </p:txBody>
      </p:sp>
    </p:spTree>
    <p:extLst>
      <p:ext uri="{BB962C8B-B14F-4D97-AF65-F5344CB8AC3E}">
        <p14:creationId xmlns:p14="http://schemas.microsoft.com/office/powerpoint/2010/main" val="1476947594"/>
      </p:ext>
    </p:extLst>
  </p:cSld>
  <p:clrMapOvr>
    <a:overrideClrMapping bg1="lt1" tx1="dk1" bg2="lt2" tx2="dk2" accent1="accent1" accent2="accent2" accent3="accent3" accent4="accent4" accent5="accent5" accent6="accent6" hlink="hlink" folHlink="folHlink"/>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eam">
    <p:bg>
      <p:bgPr>
        <a:solidFill>
          <a:schemeClr val="accent2"/>
        </a:solidFill>
        <a:effectLst/>
      </p:bgPr>
    </p:bg>
    <p:spTree>
      <p:nvGrpSpPr>
        <p:cNvPr id="1" name=""/>
        <p:cNvGrpSpPr/>
        <p:nvPr/>
      </p:nvGrpSpPr>
      <p:grpSpPr>
        <a:xfrm>
          <a:off x="0" y="0"/>
          <a:ext cx="0" cy="0"/>
          <a:chOff x="0" y="0"/>
          <a:chExt cx="0" cy="0"/>
        </a:xfrm>
      </p:grpSpPr>
      <p:sp>
        <p:nvSpPr>
          <p:cNvPr id="34" name="Text Placeholder 22">
            <a:extLst>
              <a:ext uri="{FF2B5EF4-FFF2-40B4-BE49-F238E27FC236}">
                <a16:creationId xmlns:a16="http://schemas.microsoft.com/office/drawing/2014/main" id="{41BF345D-81AF-4851-83A1-623398489054}"/>
              </a:ext>
            </a:extLst>
          </p:cNvPr>
          <p:cNvSpPr>
            <a:spLocks noGrp="1"/>
          </p:cNvSpPr>
          <p:nvPr>
            <p:ph type="body" sz="quarter" idx="21" hasCustomPrompt="1"/>
          </p:nvPr>
        </p:nvSpPr>
        <p:spPr>
          <a:xfrm>
            <a:off x="761917" y="517972"/>
            <a:ext cx="3108960" cy="1333500"/>
          </a:xfrm>
        </p:spPr>
        <p:txBody>
          <a:bodyPr>
            <a:noAutofit/>
          </a:bodyPr>
          <a:lstStyle>
            <a:lvl1pPr marL="0" indent="0">
              <a:lnSpc>
                <a:spcPct val="90000"/>
              </a:lnSpc>
              <a:buNone/>
              <a:defRPr sz="8800" b="1">
                <a:solidFill>
                  <a:schemeClr val="tx1"/>
                </a:solidFill>
              </a:defRPr>
            </a:lvl1pPr>
          </a:lstStyle>
          <a:p>
            <a:pPr lvl="0"/>
            <a:r>
              <a:rPr lang="en-US" dirty="0"/>
              <a:t>01</a:t>
            </a:r>
          </a:p>
        </p:txBody>
      </p:sp>
      <p:sp>
        <p:nvSpPr>
          <p:cNvPr id="21" name="Picture Placeholder 20">
            <a:extLst>
              <a:ext uri="{FF2B5EF4-FFF2-40B4-BE49-F238E27FC236}">
                <a16:creationId xmlns:a16="http://schemas.microsoft.com/office/drawing/2014/main" id="{EC4F3A57-45ED-498D-858C-3EE63DF129C4}"/>
              </a:ext>
            </a:extLst>
          </p:cNvPr>
          <p:cNvSpPr>
            <a:spLocks noGrp="1"/>
          </p:cNvSpPr>
          <p:nvPr>
            <p:ph type="pic" sz="quarter" idx="11"/>
          </p:nvPr>
        </p:nvSpPr>
        <p:spPr>
          <a:xfrm>
            <a:off x="1036601" y="3552677"/>
            <a:ext cx="1874874" cy="2848123"/>
          </a:xfrm>
        </p:spPr>
        <p:txBody>
          <a:bodyPr/>
          <a:lstStyle/>
          <a:p>
            <a:r>
              <a:rPr lang="en-US"/>
              <a:t>Click icon to add picture</a:t>
            </a:r>
          </a:p>
        </p:txBody>
      </p:sp>
      <p:sp>
        <p:nvSpPr>
          <p:cNvPr id="22" name="Picture Placeholder 20">
            <a:extLst>
              <a:ext uri="{FF2B5EF4-FFF2-40B4-BE49-F238E27FC236}">
                <a16:creationId xmlns:a16="http://schemas.microsoft.com/office/drawing/2014/main" id="{1AC5BB09-E3BA-4948-93B3-EDCAAB803112}"/>
              </a:ext>
            </a:extLst>
          </p:cNvPr>
          <p:cNvSpPr>
            <a:spLocks noGrp="1"/>
          </p:cNvSpPr>
          <p:nvPr>
            <p:ph type="pic" sz="quarter" idx="12"/>
          </p:nvPr>
        </p:nvSpPr>
        <p:spPr>
          <a:xfrm>
            <a:off x="3101197" y="3552677"/>
            <a:ext cx="1874874" cy="2848123"/>
          </a:xfrm>
        </p:spPr>
        <p:txBody>
          <a:bodyPr/>
          <a:lstStyle/>
          <a:p>
            <a:r>
              <a:rPr lang="en-US"/>
              <a:t>Click icon to add picture</a:t>
            </a:r>
            <a:endParaRPr lang="en-US" dirty="0"/>
          </a:p>
        </p:txBody>
      </p:sp>
      <p:sp>
        <p:nvSpPr>
          <p:cNvPr id="23" name="Picture Placeholder 20">
            <a:extLst>
              <a:ext uri="{FF2B5EF4-FFF2-40B4-BE49-F238E27FC236}">
                <a16:creationId xmlns:a16="http://schemas.microsoft.com/office/drawing/2014/main" id="{BF83C6B7-5484-4586-8830-098BDCD9C987}"/>
              </a:ext>
            </a:extLst>
          </p:cNvPr>
          <p:cNvSpPr>
            <a:spLocks noGrp="1"/>
          </p:cNvSpPr>
          <p:nvPr>
            <p:ph type="pic" sz="quarter" idx="13"/>
          </p:nvPr>
        </p:nvSpPr>
        <p:spPr>
          <a:xfrm>
            <a:off x="5166324" y="3552677"/>
            <a:ext cx="1874874" cy="2848123"/>
          </a:xfrm>
        </p:spPr>
        <p:txBody>
          <a:bodyPr/>
          <a:lstStyle/>
          <a:p>
            <a:r>
              <a:rPr lang="en-US"/>
              <a:t>Click icon to add picture</a:t>
            </a:r>
          </a:p>
        </p:txBody>
      </p:sp>
      <p:sp>
        <p:nvSpPr>
          <p:cNvPr id="24" name="Picture Placeholder 20">
            <a:extLst>
              <a:ext uri="{FF2B5EF4-FFF2-40B4-BE49-F238E27FC236}">
                <a16:creationId xmlns:a16="http://schemas.microsoft.com/office/drawing/2014/main" id="{0C5663B1-EED6-4D80-A7C2-19E1366387A4}"/>
              </a:ext>
            </a:extLst>
          </p:cNvPr>
          <p:cNvSpPr>
            <a:spLocks noGrp="1"/>
          </p:cNvSpPr>
          <p:nvPr>
            <p:ph type="pic" sz="quarter" idx="14"/>
          </p:nvPr>
        </p:nvSpPr>
        <p:spPr>
          <a:xfrm>
            <a:off x="7239069" y="3552677"/>
            <a:ext cx="1874874" cy="2848123"/>
          </a:xfrm>
        </p:spPr>
        <p:txBody>
          <a:bodyPr/>
          <a:lstStyle/>
          <a:p>
            <a:r>
              <a:rPr lang="en-US"/>
              <a:t>Click icon to add picture</a:t>
            </a:r>
          </a:p>
        </p:txBody>
      </p:sp>
      <p:sp>
        <p:nvSpPr>
          <p:cNvPr id="25" name="Picture Placeholder 20">
            <a:extLst>
              <a:ext uri="{FF2B5EF4-FFF2-40B4-BE49-F238E27FC236}">
                <a16:creationId xmlns:a16="http://schemas.microsoft.com/office/drawing/2014/main" id="{D21E7B61-407B-40A7-9AF6-0D7E7106BCFC}"/>
              </a:ext>
            </a:extLst>
          </p:cNvPr>
          <p:cNvSpPr>
            <a:spLocks noGrp="1"/>
          </p:cNvSpPr>
          <p:nvPr>
            <p:ph type="pic" sz="quarter" idx="15"/>
          </p:nvPr>
        </p:nvSpPr>
        <p:spPr>
          <a:xfrm>
            <a:off x="9296046" y="3552677"/>
            <a:ext cx="1874874" cy="2848123"/>
          </a:xfrm>
        </p:spPr>
        <p:txBody>
          <a:bodyPr/>
          <a:lstStyle/>
          <a:p>
            <a:r>
              <a:rPr lang="en-US"/>
              <a:t>Click icon to add picture</a:t>
            </a:r>
          </a:p>
        </p:txBody>
      </p:sp>
      <p:sp>
        <p:nvSpPr>
          <p:cNvPr id="30" name="Date Placeholder 3">
            <a:extLst>
              <a:ext uri="{FF2B5EF4-FFF2-40B4-BE49-F238E27FC236}">
                <a16:creationId xmlns:a16="http://schemas.microsoft.com/office/drawing/2014/main" id="{415C3ACC-5A8A-46E6-BA0D-90ADD27E2F85}"/>
              </a:ext>
            </a:extLst>
          </p:cNvPr>
          <p:cNvSpPr>
            <a:spLocks noGrp="1"/>
          </p:cNvSpPr>
          <p:nvPr>
            <p:ph type="dt" sz="half" idx="2"/>
          </p:nvPr>
        </p:nvSpPr>
        <p:spPr>
          <a:xfrm>
            <a:off x="133350" y="6486982"/>
            <a:ext cx="27432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AAD2DF6D-B715-4785-8DEA-9165C638CF44}" type="datetime1">
              <a:rPr lang="en-US" smtClean="0"/>
              <a:t>1/8/2026</a:t>
            </a:fld>
            <a:endParaRPr lang="en-US" dirty="0"/>
          </a:p>
        </p:txBody>
      </p:sp>
      <p:sp>
        <p:nvSpPr>
          <p:cNvPr id="31" name="Slide Number Placeholder 5">
            <a:extLst>
              <a:ext uri="{FF2B5EF4-FFF2-40B4-BE49-F238E27FC236}">
                <a16:creationId xmlns:a16="http://schemas.microsoft.com/office/drawing/2014/main" id="{0D00A5C2-DCEE-4CB3-9307-61EB88B1D59C}"/>
              </a:ext>
            </a:extLst>
          </p:cNvPr>
          <p:cNvSpPr>
            <a:spLocks noGrp="1"/>
          </p:cNvSpPr>
          <p:nvPr>
            <p:ph type="sldNum" sz="quarter" idx="4"/>
          </p:nvPr>
        </p:nvSpPr>
        <p:spPr>
          <a:xfrm>
            <a:off x="9315450" y="6486982"/>
            <a:ext cx="2743200" cy="365125"/>
          </a:xfrm>
          <a:prstGeom prst="rect">
            <a:avLst/>
          </a:prstGeom>
        </p:spPr>
        <p:txBody>
          <a:bodyPr vert="horz" lIns="91440" tIns="45720" rIns="91440" bIns="45720" rtlCol="0" anchor="ctr"/>
          <a:lstStyle>
            <a:lvl1pPr algn="r">
              <a:defRPr sz="900">
                <a:solidFill>
                  <a:schemeClr val="tx1">
                    <a:tint val="75000"/>
                  </a:schemeClr>
                </a:solidFill>
                <a:latin typeface="Biome Light" panose="020B0303030204020804" pitchFamily="34" charset="0"/>
                <a:cs typeface="Biome Light" panose="020B0303030204020804" pitchFamily="34" charset="0"/>
              </a:defRPr>
            </a:lvl1pPr>
          </a:lstStyle>
          <a:p>
            <a:fld id="{294A09A9-5501-47C1-A89A-A340965A2BE2}" type="slidenum">
              <a:rPr lang="en-US" smtClean="0"/>
              <a:pPr/>
              <a:t>‹#›</a:t>
            </a:fld>
            <a:endParaRPr lang="en-US" dirty="0"/>
          </a:p>
        </p:txBody>
      </p:sp>
      <p:sp>
        <p:nvSpPr>
          <p:cNvPr id="2" name="Title 1">
            <a:extLst>
              <a:ext uri="{FF2B5EF4-FFF2-40B4-BE49-F238E27FC236}">
                <a16:creationId xmlns:a16="http://schemas.microsoft.com/office/drawing/2014/main" id="{E3E8CB70-B054-4294-AD29-EE7A75C723E5}"/>
              </a:ext>
            </a:extLst>
          </p:cNvPr>
          <p:cNvSpPr>
            <a:spLocks noGrp="1"/>
          </p:cNvSpPr>
          <p:nvPr>
            <p:ph type="title"/>
          </p:nvPr>
        </p:nvSpPr>
        <p:spPr>
          <a:xfrm>
            <a:off x="1051560" y="651507"/>
            <a:ext cx="8991563" cy="1005839"/>
          </a:xfrm>
        </p:spPr>
        <p:txBody>
          <a:bodyPr vert="horz" lIns="91440" tIns="45720" rIns="91440" bIns="45720" rtlCol="0" anchor="ctr">
            <a:noAutofit/>
          </a:bodyPr>
          <a:lstStyle>
            <a:lvl1pPr>
              <a:lnSpc>
                <a:spcPct val="90000"/>
              </a:lnSpc>
              <a:defRPr lang="en-US">
                <a:solidFill>
                  <a:schemeClr val="accent2">
                    <a:lumMod val="50000"/>
                  </a:schemeClr>
                </a:solidFill>
                <a:ea typeface="+mn-ea"/>
                <a:cs typeface="+mn-cs"/>
              </a:defRPr>
            </a:lvl1pPr>
          </a:lstStyle>
          <a:p>
            <a:pPr marL="0" lvl="0" indent="0">
              <a:spcBef>
                <a:spcPts val="1000"/>
              </a:spcBef>
              <a:buFont typeface="Arial" panose="020B0604020202020204" pitchFamily="34" charset="0"/>
            </a:pPr>
            <a:r>
              <a:rPr lang="en-US"/>
              <a:t>Click to edit Master title style</a:t>
            </a:r>
            <a:endParaRPr lang="en-US" dirty="0"/>
          </a:p>
        </p:txBody>
      </p:sp>
      <p:sp>
        <p:nvSpPr>
          <p:cNvPr id="4" name="Text Placeholder 3">
            <a:extLst>
              <a:ext uri="{FF2B5EF4-FFF2-40B4-BE49-F238E27FC236}">
                <a16:creationId xmlns:a16="http://schemas.microsoft.com/office/drawing/2014/main" id="{28E0D608-4E7A-4014-9F62-CB43A0C83943}"/>
              </a:ext>
            </a:extLst>
          </p:cNvPr>
          <p:cNvSpPr>
            <a:spLocks noGrp="1"/>
          </p:cNvSpPr>
          <p:nvPr>
            <p:ph type="body" sz="quarter" idx="16" hasCustomPrompt="1"/>
          </p:nvPr>
        </p:nvSpPr>
        <p:spPr>
          <a:xfrm>
            <a:off x="1036638" y="2717800"/>
            <a:ext cx="1866900" cy="711200"/>
          </a:xfrm>
        </p:spPr>
        <p:txBody>
          <a:bodyPr>
            <a:noAutofit/>
          </a:bodyPr>
          <a:lstStyle>
            <a:lvl1pPr marL="0" indent="0">
              <a:lnSpc>
                <a:spcPct val="100000"/>
              </a:lnSpc>
              <a:spcBef>
                <a:spcPts val="0"/>
              </a:spcBef>
              <a:buNone/>
              <a:defRPr sz="1800">
                <a:solidFill>
                  <a:schemeClr val="accent2">
                    <a:lumMod val="50000"/>
                  </a:schemeClr>
                </a:solidFill>
              </a:defRPr>
            </a:lvl1pPr>
            <a:lvl2pPr>
              <a:defRPr sz="1400"/>
            </a:lvl2pPr>
            <a:lvl3pPr>
              <a:defRPr sz="1400"/>
            </a:lvl3pPr>
            <a:lvl4pPr>
              <a:defRPr sz="1400"/>
            </a:lvl4pPr>
            <a:lvl5pPr>
              <a:defRPr sz="1400"/>
            </a:lvl5pPr>
          </a:lstStyle>
          <a:p>
            <a:pPr lvl="0"/>
            <a:r>
              <a:rPr lang="en-US" dirty="0"/>
              <a:t>Name</a:t>
            </a:r>
          </a:p>
          <a:p>
            <a:pPr lvl="0"/>
            <a:r>
              <a:rPr lang="en-US" dirty="0"/>
              <a:t>Title</a:t>
            </a:r>
          </a:p>
        </p:txBody>
      </p:sp>
      <p:sp>
        <p:nvSpPr>
          <p:cNvPr id="26" name="Text Placeholder 3">
            <a:extLst>
              <a:ext uri="{FF2B5EF4-FFF2-40B4-BE49-F238E27FC236}">
                <a16:creationId xmlns:a16="http://schemas.microsoft.com/office/drawing/2014/main" id="{9C3A63B0-4EEA-45BC-A016-5FDA0969EA00}"/>
              </a:ext>
            </a:extLst>
          </p:cNvPr>
          <p:cNvSpPr>
            <a:spLocks noGrp="1"/>
          </p:cNvSpPr>
          <p:nvPr>
            <p:ph type="body" sz="quarter" idx="17" hasCustomPrompt="1"/>
          </p:nvPr>
        </p:nvSpPr>
        <p:spPr>
          <a:xfrm>
            <a:off x="3086100" y="2718405"/>
            <a:ext cx="1866900" cy="711200"/>
          </a:xfrm>
        </p:spPr>
        <p:txBody>
          <a:bodyPr>
            <a:noAutofit/>
          </a:bodyPr>
          <a:lstStyle>
            <a:lvl1pPr marL="0" indent="0">
              <a:lnSpc>
                <a:spcPct val="100000"/>
              </a:lnSpc>
              <a:spcBef>
                <a:spcPts val="0"/>
              </a:spcBef>
              <a:buNone/>
              <a:defRPr sz="1800">
                <a:solidFill>
                  <a:schemeClr val="accent2">
                    <a:lumMod val="50000"/>
                  </a:schemeClr>
                </a:solidFill>
              </a:defRPr>
            </a:lvl1pPr>
            <a:lvl2pPr>
              <a:defRPr sz="1400"/>
            </a:lvl2pPr>
            <a:lvl3pPr>
              <a:defRPr sz="1400"/>
            </a:lvl3pPr>
            <a:lvl4pPr>
              <a:defRPr sz="1400"/>
            </a:lvl4pPr>
            <a:lvl5pPr>
              <a:defRPr sz="1400"/>
            </a:lvl5pPr>
          </a:lstStyle>
          <a:p>
            <a:pPr lvl="0"/>
            <a:r>
              <a:rPr lang="en-US" dirty="0"/>
              <a:t>Name</a:t>
            </a:r>
          </a:p>
          <a:p>
            <a:pPr lvl="0"/>
            <a:r>
              <a:rPr lang="en-US" dirty="0"/>
              <a:t>Title</a:t>
            </a:r>
          </a:p>
        </p:txBody>
      </p:sp>
      <p:sp>
        <p:nvSpPr>
          <p:cNvPr id="27" name="Text Placeholder 3">
            <a:extLst>
              <a:ext uri="{FF2B5EF4-FFF2-40B4-BE49-F238E27FC236}">
                <a16:creationId xmlns:a16="http://schemas.microsoft.com/office/drawing/2014/main" id="{7080679B-5220-4478-B631-7112F870B7AC}"/>
              </a:ext>
            </a:extLst>
          </p:cNvPr>
          <p:cNvSpPr>
            <a:spLocks noGrp="1"/>
          </p:cNvSpPr>
          <p:nvPr>
            <p:ph type="body" sz="quarter" idx="18" hasCustomPrompt="1"/>
          </p:nvPr>
        </p:nvSpPr>
        <p:spPr>
          <a:xfrm>
            <a:off x="5143500" y="2718405"/>
            <a:ext cx="1866900" cy="711200"/>
          </a:xfrm>
        </p:spPr>
        <p:txBody>
          <a:bodyPr>
            <a:noAutofit/>
          </a:bodyPr>
          <a:lstStyle>
            <a:lvl1pPr marL="0" indent="0">
              <a:lnSpc>
                <a:spcPct val="100000"/>
              </a:lnSpc>
              <a:spcBef>
                <a:spcPts val="0"/>
              </a:spcBef>
              <a:buNone/>
              <a:defRPr sz="1800">
                <a:solidFill>
                  <a:schemeClr val="accent2">
                    <a:lumMod val="50000"/>
                  </a:schemeClr>
                </a:solidFill>
              </a:defRPr>
            </a:lvl1pPr>
            <a:lvl2pPr>
              <a:defRPr sz="1400"/>
            </a:lvl2pPr>
            <a:lvl3pPr>
              <a:defRPr sz="1400"/>
            </a:lvl3pPr>
            <a:lvl4pPr>
              <a:defRPr sz="1400"/>
            </a:lvl4pPr>
            <a:lvl5pPr>
              <a:defRPr sz="1400"/>
            </a:lvl5pPr>
          </a:lstStyle>
          <a:p>
            <a:pPr lvl="0"/>
            <a:r>
              <a:rPr lang="en-US" dirty="0"/>
              <a:t>Name</a:t>
            </a:r>
          </a:p>
          <a:p>
            <a:pPr lvl="0"/>
            <a:r>
              <a:rPr lang="en-US" dirty="0"/>
              <a:t>Title</a:t>
            </a:r>
          </a:p>
        </p:txBody>
      </p:sp>
      <p:sp>
        <p:nvSpPr>
          <p:cNvPr id="28" name="Text Placeholder 3">
            <a:extLst>
              <a:ext uri="{FF2B5EF4-FFF2-40B4-BE49-F238E27FC236}">
                <a16:creationId xmlns:a16="http://schemas.microsoft.com/office/drawing/2014/main" id="{9E4F61A3-2797-46FB-ACA7-0443E3BBDD20}"/>
              </a:ext>
            </a:extLst>
          </p:cNvPr>
          <p:cNvSpPr>
            <a:spLocks noGrp="1"/>
          </p:cNvSpPr>
          <p:nvPr>
            <p:ph type="body" sz="quarter" idx="19" hasCustomPrompt="1"/>
          </p:nvPr>
        </p:nvSpPr>
        <p:spPr>
          <a:xfrm>
            <a:off x="7239070" y="2718405"/>
            <a:ext cx="1866900" cy="711200"/>
          </a:xfrm>
        </p:spPr>
        <p:txBody>
          <a:bodyPr>
            <a:noAutofit/>
          </a:bodyPr>
          <a:lstStyle>
            <a:lvl1pPr marL="0" indent="0">
              <a:lnSpc>
                <a:spcPct val="100000"/>
              </a:lnSpc>
              <a:spcBef>
                <a:spcPts val="0"/>
              </a:spcBef>
              <a:buNone/>
              <a:defRPr sz="1800">
                <a:solidFill>
                  <a:schemeClr val="accent2">
                    <a:lumMod val="50000"/>
                  </a:schemeClr>
                </a:solidFill>
              </a:defRPr>
            </a:lvl1pPr>
            <a:lvl2pPr>
              <a:defRPr sz="1400"/>
            </a:lvl2pPr>
            <a:lvl3pPr>
              <a:defRPr sz="1400"/>
            </a:lvl3pPr>
            <a:lvl4pPr>
              <a:defRPr sz="1400"/>
            </a:lvl4pPr>
            <a:lvl5pPr>
              <a:defRPr sz="1400"/>
            </a:lvl5pPr>
          </a:lstStyle>
          <a:p>
            <a:pPr lvl="0"/>
            <a:r>
              <a:rPr lang="en-US" dirty="0"/>
              <a:t>Name</a:t>
            </a:r>
          </a:p>
          <a:p>
            <a:pPr lvl="0"/>
            <a:r>
              <a:rPr lang="en-US" dirty="0"/>
              <a:t>Title</a:t>
            </a:r>
          </a:p>
        </p:txBody>
      </p:sp>
      <p:sp>
        <p:nvSpPr>
          <p:cNvPr id="29" name="Text Placeholder 3">
            <a:extLst>
              <a:ext uri="{FF2B5EF4-FFF2-40B4-BE49-F238E27FC236}">
                <a16:creationId xmlns:a16="http://schemas.microsoft.com/office/drawing/2014/main" id="{14ED733B-1DE9-4FDC-BD5F-2BE3BB07C93E}"/>
              </a:ext>
            </a:extLst>
          </p:cNvPr>
          <p:cNvSpPr>
            <a:spLocks noGrp="1"/>
          </p:cNvSpPr>
          <p:nvPr>
            <p:ph type="body" sz="quarter" idx="20" hasCustomPrompt="1"/>
          </p:nvPr>
        </p:nvSpPr>
        <p:spPr>
          <a:xfrm>
            <a:off x="9304020" y="2718405"/>
            <a:ext cx="1866900" cy="711200"/>
          </a:xfrm>
        </p:spPr>
        <p:txBody>
          <a:bodyPr>
            <a:noAutofit/>
          </a:bodyPr>
          <a:lstStyle>
            <a:lvl1pPr marL="0" indent="0">
              <a:lnSpc>
                <a:spcPct val="100000"/>
              </a:lnSpc>
              <a:spcBef>
                <a:spcPts val="0"/>
              </a:spcBef>
              <a:buNone/>
              <a:defRPr sz="1800">
                <a:solidFill>
                  <a:schemeClr val="accent2">
                    <a:lumMod val="50000"/>
                  </a:schemeClr>
                </a:solidFill>
              </a:defRPr>
            </a:lvl1pPr>
            <a:lvl2pPr>
              <a:defRPr sz="1400"/>
            </a:lvl2pPr>
            <a:lvl3pPr>
              <a:defRPr sz="1400"/>
            </a:lvl3pPr>
            <a:lvl4pPr>
              <a:defRPr sz="1400"/>
            </a:lvl4pPr>
            <a:lvl5pPr>
              <a:defRPr sz="1400"/>
            </a:lvl5pPr>
          </a:lstStyle>
          <a:p>
            <a:pPr lvl="0"/>
            <a:r>
              <a:rPr lang="en-US" dirty="0"/>
              <a:t>Name</a:t>
            </a:r>
          </a:p>
          <a:p>
            <a:pPr lvl="0"/>
            <a:r>
              <a:rPr lang="en-US" dirty="0"/>
              <a:t>Title</a:t>
            </a:r>
          </a:p>
        </p:txBody>
      </p:sp>
    </p:spTree>
    <p:extLst>
      <p:ext uri="{BB962C8B-B14F-4D97-AF65-F5344CB8AC3E}">
        <p14:creationId xmlns:p14="http://schemas.microsoft.com/office/powerpoint/2010/main" val="2405858091"/>
      </p:ext>
    </p:extLst>
  </p:cSld>
  <p:clrMapOvr>
    <a:overrideClrMapping bg1="dk1" tx1="lt1" bg2="dk2" tx2="lt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ntent 1 Column">
    <p:bg>
      <p:bgPr>
        <a:solidFill>
          <a:schemeClr val="bg2"/>
        </a:solidFill>
        <a:effectLst/>
      </p:bgPr>
    </p:bg>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B275B11D-8F3F-472B-BBCC-A4F7415AC0A5}"/>
              </a:ext>
            </a:extLst>
          </p:cNvPr>
          <p:cNvSpPr>
            <a:spLocks noGrp="1"/>
          </p:cNvSpPr>
          <p:nvPr>
            <p:ph type="pic" sz="quarter" idx="10"/>
          </p:nvPr>
        </p:nvSpPr>
        <p:spPr>
          <a:xfrm>
            <a:off x="1028700" y="3543300"/>
            <a:ext cx="3924300" cy="3314700"/>
          </a:xfrm>
        </p:spPr>
        <p:txBody>
          <a:bodyPr/>
          <a:lstStyle/>
          <a:p>
            <a:r>
              <a:rPr lang="en-US"/>
              <a:t>Click icon to add picture</a:t>
            </a:r>
          </a:p>
        </p:txBody>
      </p:sp>
      <p:sp>
        <p:nvSpPr>
          <p:cNvPr id="6" name="Content Placeholder 2">
            <a:extLst>
              <a:ext uri="{FF2B5EF4-FFF2-40B4-BE49-F238E27FC236}">
                <a16:creationId xmlns:a16="http://schemas.microsoft.com/office/drawing/2014/main" id="{99F0629D-1A5F-4F4F-90D6-430379624EFF}"/>
              </a:ext>
            </a:extLst>
          </p:cNvPr>
          <p:cNvSpPr>
            <a:spLocks noGrp="1"/>
          </p:cNvSpPr>
          <p:nvPr>
            <p:ph idx="4294967295"/>
          </p:nvPr>
        </p:nvSpPr>
        <p:spPr>
          <a:xfrm>
            <a:off x="6191250" y="1981200"/>
            <a:ext cx="4972050" cy="4473575"/>
          </a:xfrm>
        </p:spPr>
        <p:txBody>
          <a:bodyPr>
            <a:normAutofit/>
          </a:bodyPr>
          <a:lstStyle>
            <a:lvl1pPr marL="0" indent="0">
              <a:buNone/>
              <a:defRPr/>
            </a:lvl1pPr>
          </a:lstStyle>
          <a:p>
            <a:pPr lvl="0"/>
            <a:r>
              <a:rPr lang="en-US" sz="1600">
                <a:solidFill>
                  <a:schemeClr val="tx2">
                    <a:lumMod val="50000"/>
                  </a:schemeClr>
                </a:solidFill>
                <a:latin typeface="Biome Light" panose="020B0303030204020804" pitchFamily="34" charset="0"/>
                <a:cs typeface="Biome Light" panose="020B0303030204020804" pitchFamily="34" charset="0"/>
              </a:rPr>
              <a:t>Click to edit Master text styles</a:t>
            </a:r>
          </a:p>
        </p:txBody>
      </p:sp>
      <p:sp>
        <p:nvSpPr>
          <p:cNvPr id="17" name="Date Placeholder 3">
            <a:extLst>
              <a:ext uri="{FF2B5EF4-FFF2-40B4-BE49-F238E27FC236}">
                <a16:creationId xmlns:a16="http://schemas.microsoft.com/office/drawing/2014/main" id="{218C063B-0EE9-4FD5-A116-241C245452AC}"/>
              </a:ext>
            </a:extLst>
          </p:cNvPr>
          <p:cNvSpPr>
            <a:spLocks noGrp="1"/>
          </p:cNvSpPr>
          <p:nvPr>
            <p:ph type="dt" sz="half" idx="2"/>
          </p:nvPr>
        </p:nvSpPr>
        <p:spPr>
          <a:xfrm>
            <a:off x="133350" y="6486982"/>
            <a:ext cx="27432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137AE72A-09B6-4D56-855D-4360BD347914}" type="datetime1">
              <a:rPr lang="en-US" smtClean="0"/>
              <a:t>1/8/2026</a:t>
            </a:fld>
            <a:endParaRPr lang="en-US" dirty="0"/>
          </a:p>
        </p:txBody>
      </p:sp>
      <p:sp>
        <p:nvSpPr>
          <p:cNvPr id="18" name="Slide Number Placeholder 5">
            <a:extLst>
              <a:ext uri="{FF2B5EF4-FFF2-40B4-BE49-F238E27FC236}">
                <a16:creationId xmlns:a16="http://schemas.microsoft.com/office/drawing/2014/main" id="{D417B369-6569-4DCC-B684-BE1A7C5D0B8D}"/>
              </a:ext>
            </a:extLst>
          </p:cNvPr>
          <p:cNvSpPr>
            <a:spLocks noGrp="1"/>
          </p:cNvSpPr>
          <p:nvPr>
            <p:ph type="sldNum" sz="quarter" idx="4"/>
          </p:nvPr>
        </p:nvSpPr>
        <p:spPr>
          <a:xfrm>
            <a:off x="9315450" y="6486982"/>
            <a:ext cx="2743200" cy="365125"/>
          </a:xfrm>
          <a:prstGeom prst="rect">
            <a:avLst/>
          </a:prstGeom>
        </p:spPr>
        <p:txBody>
          <a:bodyPr vert="horz" lIns="91440" tIns="45720" rIns="91440" bIns="45720" rtlCol="0" anchor="ctr"/>
          <a:lstStyle>
            <a:lvl1pPr algn="r">
              <a:defRPr sz="900">
                <a:solidFill>
                  <a:schemeClr val="tx1">
                    <a:tint val="75000"/>
                  </a:schemeClr>
                </a:solidFill>
                <a:latin typeface="Biome Light" panose="020B0303030204020804" pitchFamily="34" charset="0"/>
                <a:cs typeface="Biome Light" panose="020B0303030204020804" pitchFamily="34" charset="0"/>
              </a:defRPr>
            </a:lvl1pPr>
          </a:lstStyle>
          <a:p>
            <a:fld id="{294A09A9-5501-47C1-A89A-A340965A2BE2}" type="slidenum">
              <a:rPr lang="en-US" smtClean="0"/>
              <a:pPr/>
              <a:t>‹#›</a:t>
            </a:fld>
            <a:endParaRPr lang="en-US" dirty="0"/>
          </a:p>
        </p:txBody>
      </p:sp>
      <p:sp>
        <p:nvSpPr>
          <p:cNvPr id="2" name="Title 1">
            <a:extLst>
              <a:ext uri="{FF2B5EF4-FFF2-40B4-BE49-F238E27FC236}">
                <a16:creationId xmlns:a16="http://schemas.microsoft.com/office/drawing/2014/main" id="{4AEEC1A7-43C3-481E-95D0-5616242E1A01}"/>
              </a:ext>
            </a:extLst>
          </p:cNvPr>
          <p:cNvSpPr>
            <a:spLocks noGrp="1"/>
          </p:cNvSpPr>
          <p:nvPr>
            <p:ph type="title" hasCustomPrompt="1"/>
          </p:nvPr>
        </p:nvSpPr>
        <p:spPr>
          <a:xfrm>
            <a:off x="895534" y="539225"/>
            <a:ext cx="3924300" cy="2434386"/>
          </a:xfrm>
        </p:spPr>
        <p:txBody>
          <a:bodyPr vert="horz" lIns="91440" tIns="45720" rIns="91440" bIns="45720" rtlCol="0" anchor="ctr">
            <a:normAutofit/>
          </a:bodyPr>
          <a:lstStyle>
            <a:lvl1pPr>
              <a:defRPr lang="en-US" sz="7200">
                <a:solidFill>
                  <a:schemeClr val="accent2">
                    <a:lumMod val="50000"/>
                  </a:schemeClr>
                </a:solidFill>
                <a:latin typeface="+mn-lt"/>
                <a:ea typeface="+mn-ea"/>
                <a:cs typeface="+mn-cs"/>
              </a:defRPr>
            </a:lvl1pPr>
          </a:lstStyle>
          <a:p>
            <a:pPr lvl="0"/>
            <a:r>
              <a:rPr lang="en-US" dirty="0"/>
              <a:t>Click to add title</a:t>
            </a:r>
          </a:p>
        </p:txBody>
      </p:sp>
      <p:cxnSp>
        <p:nvCxnSpPr>
          <p:cNvPr id="3" name="Straight Connector 2">
            <a:extLst>
              <a:ext uri="{FF2B5EF4-FFF2-40B4-BE49-F238E27FC236}">
                <a16:creationId xmlns:a16="http://schemas.microsoft.com/office/drawing/2014/main" id="{DC6CF0E0-8FF2-4FE7-AC69-85BEFA656508}"/>
              </a:ext>
            </a:extLst>
          </p:cNvPr>
          <p:cNvCxnSpPr>
            <a:cxnSpLocks/>
          </p:cNvCxnSpPr>
          <p:nvPr userDrawn="1"/>
        </p:nvCxnSpPr>
        <p:spPr>
          <a:xfrm>
            <a:off x="1028700" y="457211"/>
            <a:ext cx="1142999" cy="0"/>
          </a:xfrm>
          <a:prstGeom prst="line">
            <a:avLst/>
          </a:prstGeom>
          <a:ln w="15875">
            <a:solidFill>
              <a:schemeClr val="accent2">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751072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ntent 3 Column">
    <p:bg>
      <p:bgPr>
        <a:solidFill>
          <a:schemeClr val="accent1"/>
        </a:solidFill>
        <a:effectLst/>
      </p:bgPr>
    </p:bg>
    <p:spTree>
      <p:nvGrpSpPr>
        <p:cNvPr id="1" name=""/>
        <p:cNvGrpSpPr/>
        <p:nvPr/>
      </p:nvGrpSpPr>
      <p:grpSpPr>
        <a:xfrm>
          <a:off x="0" y="0"/>
          <a:ext cx="0" cy="0"/>
          <a:chOff x="0" y="0"/>
          <a:chExt cx="0" cy="0"/>
        </a:xfrm>
      </p:grpSpPr>
      <p:sp>
        <p:nvSpPr>
          <p:cNvPr id="17" name="Picture Placeholder 16">
            <a:extLst>
              <a:ext uri="{FF2B5EF4-FFF2-40B4-BE49-F238E27FC236}">
                <a16:creationId xmlns:a16="http://schemas.microsoft.com/office/drawing/2014/main" id="{0337C3D7-7DDB-42A8-901A-EC153DD27458}"/>
              </a:ext>
            </a:extLst>
          </p:cNvPr>
          <p:cNvSpPr>
            <a:spLocks noGrp="1"/>
          </p:cNvSpPr>
          <p:nvPr>
            <p:ph type="pic" sz="quarter" idx="10"/>
          </p:nvPr>
        </p:nvSpPr>
        <p:spPr>
          <a:xfrm>
            <a:off x="6210300" y="0"/>
            <a:ext cx="4953000" cy="3302000"/>
          </a:xfrm>
        </p:spPr>
        <p:txBody>
          <a:bodyPr/>
          <a:lstStyle/>
          <a:p>
            <a:r>
              <a:rPr lang="en-US"/>
              <a:t>Click icon to add picture</a:t>
            </a:r>
          </a:p>
        </p:txBody>
      </p:sp>
      <p:sp>
        <p:nvSpPr>
          <p:cNvPr id="10" name="Content Placeholder 2">
            <a:extLst>
              <a:ext uri="{FF2B5EF4-FFF2-40B4-BE49-F238E27FC236}">
                <a16:creationId xmlns:a16="http://schemas.microsoft.com/office/drawing/2014/main" id="{27B95226-A076-4D55-B408-1389A2F8C7A0}"/>
              </a:ext>
            </a:extLst>
          </p:cNvPr>
          <p:cNvSpPr>
            <a:spLocks noGrp="1"/>
          </p:cNvSpPr>
          <p:nvPr>
            <p:ph idx="4294967295" hasCustomPrompt="1"/>
          </p:nvPr>
        </p:nvSpPr>
        <p:spPr>
          <a:xfrm>
            <a:off x="1028700" y="3556002"/>
            <a:ext cx="3108960" cy="2286000"/>
          </a:xfrm>
        </p:spPr>
        <p:txBody>
          <a:bodyPr>
            <a:normAutofit/>
          </a:bodyPr>
          <a:lstStyle>
            <a:lvl1pPr>
              <a:defRPr>
                <a:solidFill>
                  <a:schemeClr val="accent2">
                    <a:lumMod val="50000"/>
                  </a:schemeClr>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C0C9C2">
                    <a:lumMod val="50000"/>
                  </a:srgbClr>
                </a:solidFill>
                <a:effectLst/>
                <a:uLnTx/>
                <a:uFillTx/>
                <a:latin typeface="Biome Light" panose="020B0303030204020804" pitchFamily="34" charset="0"/>
                <a:ea typeface="+mn-ea"/>
                <a:cs typeface="Biome Light" panose="020B0303030204020804" pitchFamily="34" charset="0"/>
              </a:rPr>
              <a:t>Insert text</a:t>
            </a:r>
            <a:endParaRPr lang="en-US" sz="1400" dirty="0">
              <a:solidFill>
                <a:srgbClr val="C0C9C2">
                  <a:lumMod val="50000"/>
                </a:srgbClr>
              </a:solidFill>
              <a:latin typeface="Biome Light" panose="020B0303030204020804" pitchFamily="34" charset="0"/>
              <a:cs typeface="Biome Light" panose="020B03030302040208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C0C9C2">
                  <a:lumMod val="50000"/>
                </a:srgbClr>
              </a:solidFill>
              <a:effectLst/>
              <a:uLnTx/>
              <a:uFillTx/>
              <a:latin typeface="Biome Light" panose="020B0303030204020804" pitchFamily="34" charset="0"/>
              <a:ea typeface="+mn-ea"/>
              <a:cs typeface="Biome Light" panose="020B03030302040208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C0C9C2">
                  <a:lumMod val="50000"/>
                </a:srgbClr>
              </a:solidFill>
              <a:effectLst/>
              <a:uLnTx/>
              <a:uFillTx/>
              <a:latin typeface="Biome Light" panose="020B0303030204020804" pitchFamily="34" charset="0"/>
              <a:ea typeface="+mn-ea"/>
              <a:cs typeface="Biome Light" panose="020B0303030204020804" pitchFamily="34" charset="0"/>
            </a:endParaRPr>
          </a:p>
          <a:p>
            <a:endParaRPr lang="en-US" sz="1600" dirty="0">
              <a:solidFill>
                <a:schemeClr val="tx2">
                  <a:lumMod val="50000"/>
                </a:schemeClr>
              </a:solidFill>
              <a:latin typeface="Biome Light" panose="020B0303030204020804" pitchFamily="34" charset="0"/>
              <a:cs typeface="Biome Light" panose="020B0303030204020804" pitchFamily="34" charset="0"/>
            </a:endParaRPr>
          </a:p>
        </p:txBody>
      </p:sp>
      <p:sp>
        <p:nvSpPr>
          <p:cNvPr id="14" name="Content Placeholder 2">
            <a:extLst>
              <a:ext uri="{FF2B5EF4-FFF2-40B4-BE49-F238E27FC236}">
                <a16:creationId xmlns:a16="http://schemas.microsoft.com/office/drawing/2014/main" id="{86673F10-179D-4539-AA33-AE34EC0457EF}"/>
              </a:ext>
            </a:extLst>
          </p:cNvPr>
          <p:cNvSpPr>
            <a:spLocks noGrp="1"/>
          </p:cNvSpPr>
          <p:nvPr>
            <p:ph idx="4294967295" hasCustomPrompt="1"/>
          </p:nvPr>
        </p:nvSpPr>
        <p:spPr>
          <a:xfrm>
            <a:off x="4541520" y="3556001"/>
            <a:ext cx="3108960" cy="2285999"/>
          </a:xfrm>
        </p:spPr>
        <p:txBody>
          <a:bodyPr>
            <a:normAutofit/>
          </a:bodyPr>
          <a:lstStyle>
            <a:lvl1pPr>
              <a:defRPr>
                <a:solidFill>
                  <a:schemeClr val="accent2">
                    <a:lumMod val="50000"/>
                  </a:schemeClr>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C0C9C2">
                    <a:lumMod val="50000"/>
                  </a:srgbClr>
                </a:solidFill>
                <a:effectLst/>
                <a:uLnTx/>
                <a:uFillTx/>
                <a:latin typeface="Biome Light" panose="020B0303030204020804" pitchFamily="34" charset="0"/>
                <a:ea typeface="+mn-ea"/>
                <a:cs typeface="Biome Light" panose="020B0303030204020804" pitchFamily="34" charset="0"/>
              </a:rPr>
              <a:t>Insert text</a:t>
            </a:r>
            <a:endParaRPr lang="en-US" sz="1400" dirty="0">
              <a:solidFill>
                <a:srgbClr val="C0C9C2">
                  <a:lumMod val="50000"/>
                </a:srgbClr>
              </a:solidFill>
              <a:latin typeface="Biome Light" panose="020B0303030204020804" pitchFamily="34" charset="0"/>
              <a:cs typeface="Biome Light" panose="020B03030302040208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C0C9C2">
                  <a:lumMod val="50000"/>
                </a:srgbClr>
              </a:solidFill>
              <a:effectLst/>
              <a:uLnTx/>
              <a:uFillTx/>
              <a:latin typeface="Biome Light" panose="020B0303030204020804" pitchFamily="34" charset="0"/>
              <a:ea typeface="+mn-ea"/>
              <a:cs typeface="Biome Light" panose="020B03030302040208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C0C9C2">
                  <a:lumMod val="50000"/>
                </a:srgbClr>
              </a:solidFill>
              <a:effectLst/>
              <a:uLnTx/>
              <a:uFillTx/>
              <a:latin typeface="Biome Light" panose="020B0303030204020804" pitchFamily="34" charset="0"/>
              <a:ea typeface="+mn-ea"/>
              <a:cs typeface="Biome Light" panose="020B0303030204020804" pitchFamily="34" charset="0"/>
            </a:endParaRPr>
          </a:p>
          <a:p>
            <a:endParaRPr lang="en-US" sz="1600" dirty="0">
              <a:solidFill>
                <a:schemeClr val="tx2">
                  <a:lumMod val="50000"/>
                </a:schemeClr>
              </a:solidFill>
              <a:latin typeface="Biome Light" panose="020B0303030204020804" pitchFamily="34" charset="0"/>
              <a:cs typeface="Biome Light" panose="020B0303030204020804" pitchFamily="34" charset="0"/>
            </a:endParaRPr>
          </a:p>
        </p:txBody>
      </p:sp>
      <p:sp>
        <p:nvSpPr>
          <p:cNvPr id="19" name="Content Placeholder 2">
            <a:extLst>
              <a:ext uri="{FF2B5EF4-FFF2-40B4-BE49-F238E27FC236}">
                <a16:creationId xmlns:a16="http://schemas.microsoft.com/office/drawing/2014/main" id="{EB6CFC30-1A59-4D28-9E30-0FF7D632C6A2}"/>
              </a:ext>
            </a:extLst>
          </p:cNvPr>
          <p:cNvSpPr>
            <a:spLocks noGrp="1"/>
          </p:cNvSpPr>
          <p:nvPr>
            <p:ph idx="4294967295" hasCustomPrompt="1"/>
          </p:nvPr>
        </p:nvSpPr>
        <p:spPr>
          <a:xfrm>
            <a:off x="8054340" y="3556001"/>
            <a:ext cx="3108960" cy="2285999"/>
          </a:xfrm>
        </p:spPr>
        <p:txBody>
          <a:bodyPr>
            <a:normAutofit/>
          </a:bodyPr>
          <a:lstStyle>
            <a:lvl1pPr>
              <a:defRPr>
                <a:solidFill>
                  <a:schemeClr val="accent2">
                    <a:lumMod val="50000"/>
                  </a:schemeClr>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C0C9C2">
                    <a:lumMod val="50000"/>
                  </a:srgbClr>
                </a:solidFill>
                <a:effectLst/>
                <a:uLnTx/>
                <a:uFillTx/>
                <a:latin typeface="Biome Light" panose="020B0303030204020804" pitchFamily="34" charset="0"/>
                <a:ea typeface="+mn-ea"/>
                <a:cs typeface="Biome Light" panose="020B0303030204020804" pitchFamily="34" charset="0"/>
              </a:rPr>
              <a:t>Insert text</a:t>
            </a:r>
            <a:endParaRPr lang="en-US" sz="1400" dirty="0">
              <a:solidFill>
                <a:srgbClr val="C0C9C2">
                  <a:lumMod val="50000"/>
                </a:srgbClr>
              </a:solidFill>
              <a:latin typeface="Biome Light" panose="020B0303030204020804" pitchFamily="34" charset="0"/>
              <a:cs typeface="Biome Light" panose="020B03030302040208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C0C9C2">
                  <a:lumMod val="50000"/>
                </a:srgbClr>
              </a:solidFill>
              <a:effectLst/>
              <a:uLnTx/>
              <a:uFillTx/>
              <a:latin typeface="Biome Light" panose="020B0303030204020804" pitchFamily="34" charset="0"/>
              <a:ea typeface="+mn-ea"/>
              <a:cs typeface="Biome Light" panose="020B03030302040208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C0C9C2">
                  <a:lumMod val="50000"/>
                </a:srgbClr>
              </a:solidFill>
              <a:effectLst/>
              <a:uLnTx/>
              <a:uFillTx/>
              <a:latin typeface="Biome Light" panose="020B0303030204020804" pitchFamily="34" charset="0"/>
              <a:ea typeface="+mn-ea"/>
              <a:cs typeface="Biome Light" panose="020B0303030204020804" pitchFamily="34" charset="0"/>
            </a:endParaRPr>
          </a:p>
          <a:p>
            <a:endParaRPr lang="en-US" sz="1600" dirty="0">
              <a:solidFill>
                <a:schemeClr val="tx2">
                  <a:lumMod val="50000"/>
                </a:schemeClr>
              </a:solidFill>
              <a:latin typeface="Biome Light" panose="020B0303030204020804" pitchFamily="34" charset="0"/>
              <a:cs typeface="Biome Light" panose="020B0303030204020804" pitchFamily="34" charset="0"/>
            </a:endParaRPr>
          </a:p>
        </p:txBody>
      </p:sp>
      <p:sp>
        <p:nvSpPr>
          <p:cNvPr id="24" name="Date Placeholder 3">
            <a:extLst>
              <a:ext uri="{FF2B5EF4-FFF2-40B4-BE49-F238E27FC236}">
                <a16:creationId xmlns:a16="http://schemas.microsoft.com/office/drawing/2014/main" id="{C4F3CC75-F9FA-4F77-9DD5-7E6C0F5C9829}"/>
              </a:ext>
            </a:extLst>
          </p:cNvPr>
          <p:cNvSpPr>
            <a:spLocks noGrp="1"/>
          </p:cNvSpPr>
          <p:nvPr>
            <p:ph type="dt" sz="half" idx="2"/>
          </p:nvPr>
        </p:nvSpPr>
        <p:spPr>
          <a:xfrm>
            <a:off x="133350" y="6486982"/>
            <a:ext cx="27432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E199D1A0-04AB-4DD4-B9DB-BDEC5E64C94C}" type="datetime1">
              <a:rPr lang="en-US" smtClean="0"/>
              <a:t>1/8/2026</a:t>
            </a:fld>
            <a:endParaRPr lang="en-US" dirty="0"/>
          </a:p>
        </p:txBody>
      </p:sp>
      <p:sp>
        <p:nvSpPr>
          <p:cNvPr id="25" name="Slide Number Placeholder 5">
            <a:extLst>
              <a:ext uri="{FF2B5EF4-FFF2-40B4-BE49-F238E27FC236}">
                <a16:creationId xmlns:a16="http://schemas.microsoft.com/office/drawing/2014/main" id="{93B5B65C-5DE0-4F81-8115-758CDB591FA7}"/>
              </a:ext>
            </a:extLst>
          </p:cNvPr>
          <p:cNvSpPr>
            <a:spLocks noGrp="1"/>
          </p:cNvSpPr>
          <p:nvPr>
            <p:ph type="sldNum" sz="quarter" idx="4"/>
          </p:nvPr>
        </p:nvSpPr>
        <p:spPr>
          <a:xfrm>
            <a:off x="9315450" y="6486982"/>
            <a:ext cx="2743200" cy="365125"/>
          </a:xfrm>
          <a:prstGeom prst="rect">
            <a:avLst/>
          </a:prstGeom>
        </p:spPr>
        <p:txBody>
          <a:bodyPr vert="horz" lIns="91440" tIns="45720" rIns="91440" bIns="45720" rtlCol="0" anchor="ctr"/>
          <a:lstStyle>
            <a:lvl1pPr algn="r">
              <a:defRPr sz="900">
                <a:solidFill>
                  <a:schemeClr val="tx1">
                    <a:tint val="75000"/>
                  </a:schemeClr>
                </a:solidFill>
                <a:latin typeface="Biome Light" panose="020B0303030204020804" pitchFamily="34" charset="0"/>
                <a:cs typeface="Biome Light" panose="020B0303030204020804" pitchFamily="34" charset="0"/>
              </a:defRPr>
            </a:lvl1pPr>
          </a:lstStyle>
          <a:p>
            <a:fld id="{294A09A9-5501-47C1-A89A-A340965A2BE2}" type="slidenum">
              <a:rPr lang="en-US" smtClean="0"/>
              <a:pPr/>
              <a:t>‹#›</a:t>
            </a:fld>
            <a:endParaRPr lang="en-US" dirty="0"/>
          </a:p>
        </p:txBody>
      </p:sp>
      <p:sp>
        <p:nvSpPr>
          <p:cNvPr id="11" name="Title 1">
            <a:extLst>
              <a:ext uri="{FF2B5EF4-FFF2-40B4-BE49-F238E27FC236}">
                <a16:creationId xmlns:a16="http://schemas.microsoft.com/office/drawing/2014/main" id="{EF4A2ACE-2D85-4F78-818F-BBA6F6F0CC53}"/>
              </a:ext>
            </a:extLst>
          </p:cNvPr>
          <p:cNvSpPr>
            <a:spLocks noGrp="1"/>
          </p:cNvSpPr>
          <p:nvPr>
            <p:ph type="title" hasCustomPrompt="1"/>
          </p:nvPr>
        </p:nvSpPr>
        <p:spPr>
          <a:xfrm>
            <a:off x="895530" y="539225"/>
            <a:ext cx="3924300" cy="2434386"/>
          </a:xfrm>
        </p:spPr>
        <p:txBody>
          <a:bodyPr vert="horz" lIns="91440" tIns="45720" rIns="91440" bIns="45720" rtlCol="0" anchor="ctr">
            <a:normAutofit/>
          </a:bodyPr>
          <a:lstStyle>
            <a:lvl1pPr>
              <a:defRPr lang="en-US" sz="7200" dirty="0">
                <a:solidFill>
                  <a:schemeClr val="accent2">
                    <a:lumMod val="50000"/>
                  </a:schemeClr>
                </a:solidFill>
                <a:latin typeface="+mn-lt"/>
                <a:ea typeface="+mn-ea"/>
                <a:cs typeface="+mn-cs"/>
              </a:defRPr>
            </a:lvl1pPr>
          </a:lstStyle>
          <a:p>
            <a:pPr marL="0" lvl="0" indent="0">
              <a:spcBef>
                <a:spcPts val="1000"/>
              </a:spcBef>
              <a:buFont typeface="Arial" panose="020B0604020202020204" pitchFamily="34" charset="0"/>
            </a:pPr>
            <a:r>
              <a:rPr lang="en-US" dirty="0"/>
              <a:t>Click to add title</a:t>
            </a:r>
          </a:p>
        </p:txBody>
      </p:sp>
      <p:cxnSp>
        <p:nvCxnSpPr>
          <p:cNvPr id="3" name="Straight Connector 2">
            <a:extLst>
              <a:ext uri="{FF2B5EF4-FFF2-40B4-BE49-F238E27FC236}">
                <a16:creationId xmlns:a16="http://schemas.microsoft.com/office/drawing/2014/main" id="{E4DCD8D3-DF79-446E-9961-5797EE888B4C}"/>
              </a:ext>
            </a:extLst>
          </p:cNvPr>
          <p:cNvCxnSpPr>
            <a:cxnSpLocks/>
          </p:cNvCxnSpPr>
          <p:nvPr userDrawn="1"/>
        </p:nvCxnSpPr>
        <p:spPr>
          <a:xfrm>
            <a:off x="1028700" y="457211"/>
            <a:ext cx="1142999" cy="0"/>
          </a:xfrm>
          <a:prstGeom prst="line">
            <a:avLst/>
          </a:prstGeom>
          <a:ln w="15875">
            <a:solidFill>
              <a:schemeClr val="accent2">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9920054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Summary">
    <p:bg>
      <p:bgPr>
        <a:solidFill>
          <a:schemeClr val="accent2"/>
        </a:solidFill>
        <a:effectLst/>
      </p:bgPr>
    </p:bg>
    <p:spTree>
      <p:nvGrpSpPr>
        <p:cNvPr id="1" name=""/>
        <p:cNvGrpSpPr/>
        <p:nvPr/>
      </p:nvGrpSpPr>
      <p:grpSpPr>
        <a:xfrm>
          <a:off x="0" y="0"/>
          <a:ext cx="0" cy="0"/>
          <a:chOff x="0" y="0"/>
          <a:chExt cx="0" cy="0"/>
        </a:xfrm>
      </p:grpSpPr>
      <p:sp>
        <p:nvSpPr>
          <p:cNvPr id="15" name="Date Placeholder 3">
            <a:extLst>
              <a:ext uri="{FF2B5EF4-FFF2-40B4-BE49-F238E27FC236}">
                <a16:creationId xmlns:a16="http://schemas.microsoft.com/office/drawing/2014/main" id="{FCB4EDDC-C544-421C-905C-A4D40D98A51D}"/>
              </a:ext>
            </a:extLst>
          </p:cNvPr>
          <p:cNvSpPr>
            <a:spLocks noGrp="1"/>
          </p:cNvSpPr>
          <p:nvPr>
            <p:ph type="dt" sz="half" idx="2"/>
          </p:nvPr>
        </p:nvSpPr>
        <p:spPr>
          <a:xfrm>
            <a:off x="133350" y="6486982"/>
            <a:ext cx="27432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CF53EA80-260A-4EE9-83BB-E6DD04DEA906}" type="datetime1">
              <a:rPr lang="en-US" smtClean="0"/>
              <a:t>1/8/2026</a:t>
            </a:fld>
            <a:endParaRPr lang="en-US" dirty="0"/>
          </a:p>
        </p:txBody>
      </p:sp>
      <p:sp>
        <p:nvSpPr>
          <p:cNvPr id="16" name="Slide Number Placeholder 5">
            <a:extLst>
              <a:ext uri="{FF2B5EF4-FFF2-40B4-BE49-F238E27FC236}">
                <a16:creationId xmlns:a16="http://schemas.microsoft.com/office/drawing/2014/main" id="{D9CBFDBF-2D2B-469A-9B2F-72F90474FB6D}"/>
              </a:ext>
            </a:extLst>
          </p:cNvPr>
          <p:cNvSpPr>
            <a:spLocks noGrp="1"/>
          </p:cNvSpPr>
          <p:nvPr>
            <p:ph type="sldNum" sz="quarter" idx="4"/>
          </p:nvPr>
        </p:nvSpPr>
        <p:spPr>
          <a:xfrm>
            <a:off x="9315450" y="6486982"/>
            <a:ext cx="2743200" cy="365125"/>
          </a:xfrm>
          <a:prstGeom prst="rect">
            <a:avLst/>
          </a:prstGeom>
        </p:spPr>
        <p:txBody>
          <a:bodyPr vert="horz" lIns="91440" tIns="45720" rIns="91440" bIns="45720" rtlCol="0" anchor="ctr"/>
          <a:lstStyle>
            <a:lvl1pPr algn="r">
              <a:defRPr sz="900">
                <a:solidFill>
                  <a:schemeClr val="tx1">
                    <a:tint val="75000"/>
                  </a:schemeClr>
                </a:solidFill>
                <a:latin typeface="Biome Light" panose="020B0303030204020804" pitchFamily="34" charset="0"/>
                <a:cs typeface="Biome Light" panose="020B0303030204020804" pitchFamily="34" charset="0"/>
              </a:defRPr>
            </a:lvl1pPr>
          </a:lstStyle>
          <a:p>
            <a:fld id="{294A09A9-5501-47C1-A89A-A340965A2BE2}" type="slidenum">
              <a:rPr lang="en-US" smtClean="0"/>
              <a:pPr/>
              <a:t>‹#›</a:t>
            </a:fld>
            <a:endParaRPr lang="en-US" dirty="0"/>
          </a:p>
        </p:txBody>
      </p:sp>
      <p:sp>
        <p:nvSpPr>
          <p:cNvPr id="2" name="Title 1">
            <a:extLst>
              <a:ext uri="{FF2B5EF4-FFF2-40B4-BE49-F238E27FC236}">
                <a16:creationId xmlns:a16="http://schemas.microsoft.com/office/drawing/2014/main" id="{E1BA55D6-2810-4163-9D43-FEDA674E2D4C}"/>
              </a:ext>
            </a:extLst>
          </p:cNvPr>
          <p:cNvSpPr>
            <a:spLocks noGrp="1"/>
          </p:cNvSpPr>
          <p:nvPr>
            <p:ph type="title" hasCustomPrompt="1"/>
          </p:nvPr>
        </p:nvSpPr>
        <p:spPr>
          <a:xfrm>
            <a:off x="896829" y="573503"/>
            <a:ext cx="10156826" cy="1369591"/>
          </a:xfrm>
        </p:spPr>
        <p:txBody>
          <a:bodyPr vert="horz" lIns="91440" tIns="45720" rIns="91440" bIns="45720" rtlCol="0" anchor="ctr">
            <a:noAutofit/>
          </a:bodyPr>
          <a:lstStyle>
            <a:lvl1pPr>
              <a:defRPr lang="en-US" sz="7200">
                <a:solidFill>
                  <a:schemeClr val="accent2">
                    <a:lumMod val="50000"/>
                  </a:schemeClr>
                </a:solidFill>
                <a:latin typeface="+mn-lt"/>
                <a:ea typeface="+mn-ea"/>
                <a:cs typeface="+mn-cs"/>
              </a:defRPr>
            </a:lvl1pPr>
          </a:lstStyle>
          <a:p>
            <a:pPr lvl="0"/>
            <a:r>
              <a:rPr lang="en-US" dirty="0"/>
              <a:t>Click to add title</a:t>
            </a:r>
          </a:p>
        </p:txBody>
      </p:sp>
      <p:cxnSp>
        <p:nvCxnSpPr>
          <p:cNvPr id="3" name="Straight Connector 2">
            <a:extLst>
              <a:ext uri="{FF2B5EF4-FFF2-40B4-BE49-F238E27FC236}">
                <a16:creationId xmlns:a16="http://schemas.microsoft.com/office/drawing/2014/main" id="{C9E87E0B-D644-4037-B322-715C648BAD3B}"/>
              </a:ext>
            </a:extLst>
          </p:cNvPr>
          <p:cNvCxnSpPr>
            <a:cxnSpLocks/>
          </p:cNvCxnSpPr>
          <p:nvPr userDrawn="1"/>
        </p:nvCxnSpPr>
        <p:spPr>
          <a:xfrm>
            <a:off x="1028700" y="457211"/>
            <a:ext cx="1142999" cy="0"/>
          </a:xfrm>
          <a:prstGeom prst="line">
            <a:avLst/>
          </a:prstGeom>
          <a:ln w="15875">
            <a:solidFill>
              <a:schemeClr val="accent2">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46419592"/>
      </p:ext>
    </p:extLst>
  </p:cSld>
  <p:clrMapOvr>
    <a:overrideClrMapping bg1="dk1" tx1="lt1" bg2="dk2" tx2="lt2" accent1="accent1" accent2="accent2" accent3="accent3" accent4="accent4" accent5="accent5" accent6="accent6" hlink="hlink" folHlink="folHlink"/>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ntact">
    <p:bg>
      <p:bgPr>
        <a:solidFill>
          <a:schemeClr val="bg2"/>
        </a:solidFill>
        <a:effectLst/>
      </p:bgPr>
    </p:bg>
    <p:spTree>
      <p:nvGrpSpPr>
        <p:cNvPr id="1" name=""/>
        <p:cNvGrpSpPr/>
        <p:nvPr/>
      </p:nvGrpSpPr>
      <p:grpSpPr>
        <a:xfrm>
          <a:off x="0" y="0"/>
          <a:ext cx="0" cy="0"/>
          <a:chOff x="0" y="0"/>
          <a:chExt cx="0" cy="0"/>
        </a:xfrm>
      </p:grpSpPr>
      <p:sp>
        <p:nvSpPr>
          <p:cNvPr id="9" name="Picture Placeholder 15">
            <a:extLst>
              <a:ext uri="{FF2B5EF4-FFF2-40B4-BE49-F238E27FC236}">
                <a16:creationId xmlns:a16="http://schemas.microsoft.com/office/drawing/2014/main" id="{940246AD-CE4F-4FD8-BCF6-5BA9ED62ACDA}"/>
              </a:ext>
            </a:extLst>
          </p:cNvPr>
          <p:cNvSpPr>
            <a:spLocks noGrp="1"/>
          </p:cNvSpPr>
          <p:nvPr>
            <p:ph type="pic" sz="quarter" idx="11"/>
          </p:nvPr>
        </p:nvSpPr>
        <p:spPr>
          <a:xfrm>
            <a:off x="6210300" y="3543302"/>
            <a:ext cx="4953000" cy="2849562"/>
          </a:xfrm>
        </p:spPr>
        <p:txBody>
          <a:bodyPr/>
          <a:lstStyle/>
          <a:p>
            <a:r>
              <a:rPr lang="en-US"/>
              <a:t>Click icon to add picture</a:t>
            </a:r>
            <a:endParaRPr lang="en-US" dirty="0"/>
          </a:p>
        </p:txBody>
      </p:sp>
      <p:sp>
        <p:nvSpPr>
          <p:cNvPr id="10" name="Picture Placeholder 13">
            <a:extLst>
              <a:ext uri="{FF2B5EF4-FFF2-40B4-BE49-F238E27FC236}">
                <a16:creationId xmlns:a16="http://schemas.microsoft.com/office/drawing/2014/main" id="{F8ECBB79-D5D3-4ECE-99F9-1B6834629E46}"/>
              </a:ext>
            </a:extLst>
          </p:cNvPr>
          <p:cNvSpPr>
            <a:spLocks noGrp="1"/>
          </p:cNvSpPr>
          <p:nvPr>
            <p:ph type="pic" sz="quarter" idx="10"/>
          </p:nvPr>
        </p:nvSpPr>
        <p:spPr>
          <a:xfrm>
            <a:off x="6210300" y="465138"/>
            <a:ext cx="4953000" cy="2849562"/>
          </a:xfrm>
        </p:spPr>
        <p:txBody>
          <a:bodyPr/>
          <a:lstStyle/>
          <a:p>
            <a:r>
              <a:rPr lang="en-US"/>
              <a:t>Click icon to add picture</a:t>
            </a:r>
            <a:endParaRPr lang="en-US" dirty="0"/>
          </a:p>
        </p:txBody>
      </p:sp>
      <p:sp>
        <p:nvSpPr>
          <p:cNvPr id="11" name="Text Placeholder 22">
            <a:extLst>
              <a:ext uri="{FF2B5EF4-FFF2-40B4-BE49-F238E27FC236}">
                <a16:creationId xmlns:a16="http://schemas.microsoft.com/office/drawing/2014/main" id="{C667C6DE-A3D4-4738-B7FC-43FB39FD7A28}"/>
              </a:ext>
            </a:extLst>
          </p:cNvPr>
          <p:cNvSpPr>
            <a:spLocks noGrp="1"/>
          </p:cNvSpPr>
          <p:nvPr>
            <p:ph type="body" sz="quarter" idx="15" hasCustomPrompt="1"/>
          </p:nvPr>
        </p:nvSpPr>
        <p:spPr>
          <a:xfrm>
            <a:off x="761917" y="517972"/>
            <a:ext cx="2956560" cy="1333500"/>
          </a:xfrm>
        </p:spPr>
        <p:txBody>
          <a:bodyPr>
            <a:noAutofit/>
          </a:bodyPr>
          <a:lstStyle>
            <a:lvl1pPr marL="0" indent="0">
              <a:lnSpc>
                <a:spcPct val="90000"/>
              </a:lnSpc>
              <a:buNone/>
              <a:defRPr sz="8800" b="1">
                <a:solidFill>
                  <a:schemeClr val="bg1"/>
                </a:solidFill>
              </a:defRPr>
            </a:lvl1pPr>
          </a:lstStyle>
          <a:p>
            <a:pPr lvl="0"/>
            <a:r>
              <a:rPr lang="en-US" dirty="0"/>
              <a:t>01</a:t>
            </a:r>
          </a:p>
        </p:txBody>
      </p:sp>
      <p:sp>
        <p:nvSpPr>
          <p:cNvPr id="12" name="Text Placeholder 18">
            <a:extLst>
              <a:ext uri="{FF2B5EF4-FFF2-40B4-BE49-F238E27FC236}">
                <a16:creationId xmlns:a16="http://schemas.microsoft.com/office/drawing/2014/main" id="{12C18C04-19C8-4ECC-83E8-6E65128CEF48}"/>
              </a:ext>
            </a:extLst>
          </p:cNvPr>
          <p:cNvSpPr>
            <a:spLocks noGrp="1"/>
          </p:cNvSpPr>
          <p:nvPr>
            <p:ph type="body" sz="quarter" idx="13"/>
          </p:nvPr>
        </p:nvSpPr>
        <p:spPr>
          <a:xfrm>
            <a:off x="1040130" y="2009776"/>
            <a:ext cx="3924300" cy="2849562"/>
          </a:xfrm>
        </p:spPr>
        <p:txBody>
          <a:bodyPr>
            <a:normAutofit/>
          </a:bodyPr>
          <a:lstStyle>
            <a:lvl1pPr marL="0" indent="0">
              <a:buNone/>
              <a:defRPr sz="1600">
                <a:solidFill>
                  <a:schemeClr val="tx2">
                    <a:lumMod val="50000"/>
                  </a:schemeClr>
                </a:solidFill>
              </a:defRPr>
            </a:lvl1pPr>
            <a:lvl2pPr marL="457200" indent="0">
              <a:buNone/>
              <a:defRPr sz="2000">
                <a:solidFill>
                  <a:schemeClr val="tx2">
                    <a:lumMod val="50000"/>
                  </a:schemeClr>
                </a:solidFill>
              </a:defRPr>
            </a:lvl2pPr>
            <a:lvl3pPr marL="914400" indent="0">
              <a:buNone/>
              <a:defRPr sz="1800">
                <a:solidFill>
                  <a:schemeClr val="tx2">
                    <a:lumMod val="50000"/>
                  </a:schemeClr>
                </a:solidFill>
              </a:defRPr>
            </a:lvl3pPr>
            <a:lvl4pPr marL="1371600" indent="0">
              <a:buNone/>
              <a:defRPr sz="1600">
                <a:solidFill>
                  <a:schemeClr val="tx2">
                    <a:lumMod val="50000"/>
                  </a:schemeClr>
                </a:solidFill>
              </a:defRPr>
            </a:lvl4pPr>
            <a:lvl5pPr marL="1828800" indent="0">
              <a:buNone/>
              <a:defRPr sz="1600">
                <a:solidFill>
                  <a:schemeClr val="tx2">
                    <a:lumMod val="50000"/>
                  </a:schemeClr>
                </a:solidFill>
              </a:defRPr>
            </a:lvl5pPr>
          </a:lstStyle>
          <a:p>
            <a:pPr lvl="0"/>
            <a:r>
              <a:rPr lang="en-US"/>
              <a:t>Click to edit Master text styles</a:t>
            </a:r>
          </a:p>
        </p:txBody>
      </p:sp>
      <p:sp>
        <p:nvSpPr>
          <p:cNvPr id="15" name="Text Placeholder 14">
            <a:extLst>
              <a:ext uri="{FF2B5EF4-FFF2-40B4-BE49-F238E27FC236}">
                <a16:creationId xmlns:a16="http://schemas.microsoft.com/office/drawing/2014/main" id="{4D14E5D8-EB42-4C87-B4AE-4746909A2D33}"/>
              </a:ext>
            </a:extLst>
          </p:cNvPr>
          <p:cNvSpPr>
            <a:spLocks noGrp="1"/>
          </p:cNvSpPr>
          <p:nvPr>
            <p:ph type="body" sz="quarter" idx="16"/>
          </p:nvPr>
        </p:nvSpPr>
        <p:spPr>
          <a:xfrm>
            <a:off x="1039813" y="5067300"/>
            <a:ext cx="3913187" cy="1319213"/>
          </a:xfrm>
        </p:spPr>
        <p:txBody>
          <a:bodyPr>
            <a:normAutofit/>
          </a:bodyPr>
          <a:lstStyle>
            <a:lvl1pPr>
              <a:defRPr lang="en-US" sz="1600" kern="1200" dirty="0" smtClean="0">
                <a:solidFill>
                  <a:schemeClr val="tx2">
                    <a:lumMod val="50000"/>
                  </a:schemeClr>
                </a:solidFill>
                <a:latin typeface="+mn-lt"/>
                <a:ea typeface="+mn-ea"/>
                <a:cs typeface="+mn-cs"/>
              </a:defRPr>
            </a:lvl1pPr>
          </a:lstStyle>
          <a:p>
            <a:pPr marL="0" lvl="0" indent="0" algn="l" defTabSz="914400" rtl="0" eaLnBrk="1" latinLnBrk="0" hangingPunct="1">
              <a:lnSpc>
                <a:spcPct val="90000"/>
              </a:lnSpc>
              <a:spcBef>
                <a:spcPts val="1000"/>
              </a:spcBef>
              <a:buFont typeface="Arial" panose="020B0604020202020204" pitchFamily="34" charset="0"/>
              <a:buNone/>
            </a:pPr>
            <a:r>
              <a:rPr lang="en-US"/>
              <a:t>Click to edit Master text styles</a:t>
            </a:r>
          </a:p>
        </p:txBody>
      </p:sp>
      <p:sp>
        <p:nvSpPr>
          <p:cNvPr id="20" name="Date Placeholder 3">
            <a:extLst>
              <a:ext uri="{FF2B5EF4-FFF2-40B4-BE49-F238E27FC236}">
                <a16:creationId xmlns:a16="http://schemas.microsoft.com/office/drawing/2014/main" id="{0649945F-7BBD-4042-AA34-709CE3402EEC}"/>
              </a:ext>
            </a:extLst>
          </p:cNvPr>
          <p:cNvSpPr>
            <a:spLocks noGrp="1"/>
          </p:cNvSpPr>
          <p:nvPr>
            <p:ph type="dt" sz="half" idx="2"/>
          </p:nvPr>
        </p:nvSpPr>
        <p:spPr>
          <a:xfrm>
            <a:off x="133350" y="6486982"/>
            <a:ext cx="27432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8CD80274-DEF2-4F5D-8F74-69D0554CED55}" type="datetime1">
              <a:rPr lang="en-US" smtClean="0"/>
              <a:t>1/8/2026</a:t>
            </a:fld>
            <a:endParaRPr lang="en-US" dirty="0"/>
          </a:p>
        </p:txBody>
      </p:sp>
      <p:sp>
        <p:nvSpPr>
          <p:cNvPr id="21" name="Slide Number Placeholder 5">
            <a:extLst>
              <a:ext uri="{FF2B5EF4-FFF2-40B4-BE49-F238E27FC236}">
                <a16:creationId xmlns:a16="http://schemas.microsoft.com/office/drawing/2014/main" id="{51936C4A-DE5F-4BFE-AED0-47E48CD4605C}"/>
              </a:ext>
            </a:extLst>
          </p:cNvPr>
          <p:cNvSpPr>
            <a:spLocks noGrp="1"/>
          </p:cNvSpPr>
          <p:nvPr>
            <p:ph type="sldNum" sz="quarter" idx="4"/>
          </p:nvPr>
        </p:nvSpPr>
        <p:spPr>
          <a:xfrm>
            <a:off x="9315450" y="6486982"/>
            <a:ext cx="2743200" cy="365125"/>
          </a:xfrm>
          <a:prstGeom prst="rect">
            <a:avLst/>
          </a:prstGeom>
        </p:spPr>
        <p:txBody>
          <a:bodyPr vert="horz" lIns="91440" tIns="45720" rIns="91440" bIns="45720" rtlCol="0" anchor="ctr"/>
          <a:lstStyle>
            <a:lvl1pPr algn="r">
              <a:defRPr sz="900">
                <a:solidFill>
                  <a:schemeClr val="tx1">
                    <a:tint val="75000"/>
                  </a:schemeClr>
                </a:solidFill>
                <a:latin typeface="Biome Light" panose="020B0303030204020804" pitchFamily="34" charset="0"/>
                <a:cs typeface="Biome Light" panose="020B0303030204020804" pitchFamily="34" charset="0"/>
              </a:defRPr>
            </a:lvl1pPr>
          </a:lstStyle>
          <a:p>
            <a:fld id="{294A09A9-5501-47C1-A89A-A340965A2BE2}" type="slidenum">
              <a:rPr lang="en-US" smtClean="0"/>
              <a:pPr/>
              <a:t>‹#›</a:t>
            </a:fld>
            <a:endParaRPr lang="en-US" dirty="0"/>
          </a:p>
        </p:txBody>
      </p:sp>
      <p:sp>
        <p:nvSpPr>
          <p:cNvPr id="14" name="Title 1">
            <a:extLst>
              <a:ext uri="{FF2B5EF4-FFF2-40B4-BE49-F238E27FC236}">
                <a16:creationId xmlns:a16="http://schemas.microsoft.com/office/drawing/2014/main" id="{F981B703-4F1F-41A6-AD71-3FFB2820FF1D}"/>
              </a:ext>
            </a:extLst>
          </p:cNvPr>
          <p:cNvSpPr>
            <a:spLocks noGrp="1"/>
          </p:cNvSpPr>
          <p:nvPr>
            <p:ph type="title" hasCustomPrompt="1"/>
          </p:nvPr>
        </p:nvSpPr>
        <p:spPr>
          <a:xfrm>
            <a:off x="1040130" y="465136"/>
            <a:ext cx="3935647" cy="1340615"/>
          </a:xfrm>
        </p:spPr>
        <p:txBody>
          <a:bodyPr vert="horz" lIns="91440" tIns="45720" rIns="91440" bIns="45720" rtlCol="0" anchor="ctr">
            <a:noAutofit/>
          </a:bodyPr>
          <a:lstStyle>
            <a:lvl1pPr>
              <a:defRPr lang="en-US" dirty="0">
                <a:solidFill>
                  <a:schemeClr val="tx2">
                    <a:lumMod val="50000"/>
                  </a:schemeClr>
                </a:solidFill>
                <a:latin typeface="+mn-lt"/>
                <a:ea typeface="+mn-ea"/>
                <a:cs typeface="+mn-cs"/>
              </a:defRPr>
            </a:lvl1pPr>
          </a:lstStyle>
          <a:p>
            <a:pPr marL="0" lvl="0" indent="0">
              <a:spcBef>
                <a:spcPts val="1000"/>
              </a:spcBef>
              <a:buFont typeface="Arial" panose="020B0604020202020204" pitchFamily="34" charset="0"/>
            </a:pPr>
            <a:r>
              <a:rPr lang="en-US" dirty="0"/>
              <a:t>Title</a:t>
            </a:r>
          </a:p>
        </p:txBody>
      </p:sp>
    </p:spTree>
    <p:extLst>
      <p:ext uri="{BB962C8B-B14F-4D97-AF65-F5344CB8AC3E}">
        <p14:creationId xmlns:p14="http://schemas.microsoft.com/office/powerpoint/2010/main" val="43516598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198F9AA-2C87-421D-97C1-B4248DFDC2C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AE98FC63-C8D2-4CE6-A3F1-EE8ED24590C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ED77A09-15C2-4E47-948E-AACAFCA47D40}"/>
              </a:ext>
            </a:extLst>
          </p:cNvPr>
          <p:cNvSpPr>
            <a:spLocks noGrp="1"/>
          </p:cNvSpPr>
          <p:nvPr>
            <p:ph type="dt" sz="half" idx="2"/>
          </p:nvPr>
        </p:nvSpPr>
        <p:spPr>
          <a:xfrm>
            <a:off x="133350" y="6486982"/>
            <a:ext cx="27432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1E5577C8-AB8C-4B8A-A01F-113B16C4DCA3}" type="datetime1">
              <a:rPr lang="en-US" smtClean="0"/>
              <a:t>1/8/2026</a:t>
            </a:fld>
            <a:endParaRPr lang="en-US" dirty="0"/>
          </a:p>
        </p:txBody>
      </p:sp>
      <p:sp>
        <p:nvSpPr>
          <p:cNvPr id="5" name="Footer Placeholder 4">
            <a:extLst>
              <a:ext uri="{FF2B5EF4-FFF2-40B4-BE49-F238E27FC236}">
                <a16:creationId xmlns:a16="http://schemas.microsoft.com/office/drawing/2014/main" id="{60567522-C3B6-46EB-A361-BEC2510B00C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id="{CDC57CF0-034F-450D-937C-718D5AF1A059}"/>
              </a:ext>
            </a:extLst>
          </p:cNvPr>
          <p:cNvSpPr>
            <a:spLocks noGrp="1"/>
          </p:cNvSpPr>
          <p:nvPr>
            <p:ph type="sldNum" sz="quarter" idx="4"/>
          </p:nvPr>
        </p:nvSpPr>
        <p:spPr>
          <a:xfrm>
            <a:off x="9315450" y="6486982"/>
            <a:ext cx="2743200" cy="365125"/>
          </a:xfrm>
          <a:prstGeom prst="rect">
            <a:avLst/>
          </a:prstGeom>
        </p:spPr>
        <p:txBody>
          <a:bodyPr vert="horz" lIns="91440" tIns="45720" rIns="91440" bIns="45720" rtlCol="0" anchor="ctr"/>
          <a:lstStyle>
            <a:lvl1pPr algn="r">
              <a:defRPr sz="900">
                <a:solidFill>
                  <a:schemeClr val="tx1">
                    <a:tint val="75000"/>
                  </a:schemeClr>
                </a:solidFill>
                <a:latin typeface="Biome Light" panose="020B0303030204020804" pitchFamily="34" charset="0"/>
                <a:cs typeface="Biome Light" panose="020B0303030204020804" pitchFamily="34" charset="0"/>
              </a:defRPr>
            </a:lvl1p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178835397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60" r:id="rId6"/>
    <p:sldLayoutId id="2147483654" r:id="rId7"/>
    <p:sldLayoutId id="2147483659" r:id="rId8"/>
    <p:sldLayoutId id="2147483655" r:id="rId9"/>
    <p:sldLayoutId id="2147483656" r:id="rId10"/>
    <p:sldLayoutId id="2147483658" r:id="rId11"/>
    <p:sldLayoutId id="2147483657" r:id="rId12"/>
  </p:sldLayoutIdLst>
  <p:hf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15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648" userDrawn="1">
          <p15:clr>
            <a:srgbClr val="F26B43"/>
          </p15:clr>
        </p15:guide>
        <p15:guide id="2" pos="1176" userDrawn="1">
          <p15:clr>
            <a:srgbClr val="F26B43"/>
          </p15:clr>
        </p15:guide>
        <p15:guide id="3" pos="1296" userDrawn="1">
          <p15:clr>
            <a:srgbClr val="F26B43"/>
          </p15:clr>
        </p15:guide>
        <p15:guide id="4" pos="1824" userDrawn="1">
          <p15:clr>
            <a:srgbClr val="F26B43"/>
          </p15:clr>
        </p15:guide>
        <p15:guide id="5" pos="1944" userDrawn="1">
          <p15:clr>
            <a:srgbClr val="F26B43"/>
          </p15:clr>
        </p15:guide>
        <p15:guide id="6" pos="2472" userDrawn="1">
          <p15:clr>
            <a:srgbClr val="F26B43"/>
          </p15:clr>
        </p15:guide>
        <p15:guide id="7" pos="2592" userDrawn="1">
          <p15:clr>
            <a:srgbClr val="F26B43"/>
          </p15:clr>
        </p15:guide>
        <p15:guide id="8" pos="3120" userDrawn="1">
          <p15:clr>
            <a:srgbClr val="F26B43"/>
          </p15:clr>
        </p15:guide>
        <p15:guide id="9" pos="3240" userDrawn="1">
          <p15:clr>
            <a:srgbClr val="F26B43"/>
          </p15:clr>
        </p15:guide>
        <p15:guide id="10" pos="3792" userDrawn="1">
          <p15:clr>
            <a:srgbClr val="F26B43"/>
          </p15:clr>
        </p15:guide>
        <p15:guide id="11" pos="3912" userDrawn="1">
          <p15:clr>
            <a:srgbClr val="F26B43"/>
          </p15:clr>
        </p15:guide>
        <p15:guide id="12" pos="4416" userDrawn="1">
          <p15:clr>
            <a:srgbClr val="F26B43"/>
          </p15:clr>
        </p15:guide>
        <p15:guide id="13" pos="4560" userDrawn="1">
          <p15:clr>
            <a:srgbClr val="F26B43"/>
          </p15:clr>
        </p15:guide>
        <p15:guide id="14" pos="5088" userDrawn="1">
          <p15:clr>
            <a:srgbClr val="F26B43"/>
          </p15:clr>
        </p15:guide>
        <p15:guide id="15" pos="5208" userDrawn="1">
          <p15:clr>
            <a:srgbClr val="F26B43"/>
          </p15:clr>
        </p15:guide>
        <p15:guide id="16" pos="5736" userDrawn="1">
          <p15:clr>
            <a:srgbClr val="F26B43"/>
          </p15:clr>
        </p15:guide>
        <p15:guide id="17" pos="5856" userDrawn="1">
          <p15:clr>
            <a:srgbClr val="F26B43"/>
          </p15:clr>
        </p15:guide>
        <p15:guide id="18" pos="6384" userDrawn="1">
          <p15:clr>
            <a:srgbClr val="F26B43"/>
          </p15:clr>
        </p15:guide>
        <p15:guide id="19" pos="6504" userDrawn="1">
          <p15:clr>
            <a:srgbClr val="F26B43"/>
          </p15:clr>
        </p15:guide>
        <p15:guide id="20" pos="7032" userDrawn="1">
          <p15:clr>
            <a:srgbClr val="F26B43"/>
          </p15:clr>
        </p15:guide>
        <p15:guide id="21" orient="horz" pos="288" userDrawn="1">
          <p15:clr>
            <a:srgbClr val="F26B43"/>
          </p15:clr>
        </p15:guide>
        <p15:guide id="22" orient="horz" pos="1128" userDrawn="1">
          <p15:clr>
            <a:srgbClr val="F26B43"/>
          </p15:clr>
        </p15:guide>
        <p15:guide id="23" orient="horz" pos="1248" userDrawn="1">
          <p15:clr>
            <a:srgbClr val="F26B43"/>
          </p15:clr>
        </p15:guide>
        <p15:guide id="24" orient="horz" pos="2088" userDrawn="1">
          <p15:clr>
            <a:srgbClr val="F26B43"/>
          </p15:clr>
        </p15:guide>
        <p15:guide id="25" orient="horz" pos="2232" userDrawn="1">
          <p15:clr>
            <a:srgbClr val="F26B43"/>
          </p15:clr>
        </p15:guide>
        <p15:guide id="26" orient="horz" pos="3048" userDrawn="1">
          <p15:clr>
            <a:srgbClr val="F26B43"/>
          </p15:clr>
        </p15:guide>
        <p15:guide id="27" orient="horz" pos="3192" userDrawn="1">
          <p15:clr>
            <a:srgbClr val="F26B43"/>
          </p15:clr>
        </p15:guide>
        <p15:guide id="28" orient="horz" pos="4032"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1" name="Date Placeholder 1">
            <a:extLst>
              <a:ext uri="{FF2B5EF4-FFF2-40B4-BE49-F238E27FC236}">
                <a16:creationId xmlns:a16="http://schemas.microsoft.com/office/drawing/2014/main" id="{AD76DFE4-0741-E94A-F5FC-DCCF56E5B52B}"/>
              </a:ext>
            </a:extLst>
          </p:cNvPr>
          <p:cNvSpPr>
            <a:spLocks noGrp="1"/>
          </p:cNvSpPr>
          <p:nvPr>
            <p:ph type="dt" sz="half" idx="2"/>
          </p:nvPr>
        </p:nvSpPr>
        <p:spPr>
          <a:xfrm>
            <a:off x="133350" y="6486982"/>
            <a:ext cx="2743200" cy="365125"/>
          </a:xfrm>
        </p:spPr>
        <p:txBody>
          <a:bodyPr/>
          <a:lstStyle/>
          <a:p>
            <a:pPr>
              <a:spcAft>
                <a:spcPts val="600"/>
              </a:spcAft>
            </a:pPr>
            <a:fld id="{C5DB74C9-B808-4394-A017-79C83B2524EF}" type="datetime1">
              <a:rPr lang="en-US" smtClean="0"/>
              <a:pPr>
                <a:spcAft>
                  <a:spcPts val="600"/>
                </a:spcAft>
              </a:pPr>
              <a:t>1/8/2026</a:t>
            </a:fld>
            <a:endParaRPr lang="en-US"/>
          </a:p>
        </p:txBody>
      </p:sp>
      <p:sp>
        <p:nvSpPr>
          <p:cNvPr id="1033" name="Slide Number Placeholder 2">
            <a:extLst>
              <a:ext uri="{FF2B5EF4-FFF2-40B4-BE49-F238E27FC236}">
                <a16:creationId xmlns:a16="http://schemas.microsoft.com/office/drawing/2014/main" id="{E9F009E2-582A-5882-7C41-18E533851346}"/>
              </a:ext>
            </a:extLst>
          </p:cNvPr>
          <p:cNvSpPr>
            <a:spLocks noGrp="1"/>
          </p:cNvSpPr>
          <p:nvPr>
            <p:ph type="sldNum" sz="quarter" idx="4"/>
          </p:nvPr>
        </p:nvSpPr>
        <p:spPr>
          <a:xfrm>
            <a:off x="9315450" y="6486982"/>
            <a:ext cx="2743200" cy="365125"/>
          </a:xfrm>
        </p:spPr>
        <p:txBody>
          <a:bodyPr/>
          <a:lstStyle/>
          <a:p>
            <a:pPr>
              <a:spcAft>
                <a:spcPts val="600"/>
              </a:spcAft>
            </a:pPr>
            <a:fld id="{294A09A9-5501-47C1-A89A-A340965A2BE2}" type="slidenum">
              <a:rPr lang="en-US" smtClean="0"/>
              <a:pPr>
                <a:spcAft>
                  <a:spcPts val="600"/>
                </a:spcAft>
              </a:pPr>
              <a:t>1</a:t>
            </a:fld>
            <a:endParaRPr lang="en-US"/>
          </a:p>
        </p:txBody>
      </p:sp>
      <p:pic>
        <p:nvPicPr>
          <p:cNvPr id="8" name="Content Placeholder 7">
            <a:extLst>
              <a:ext uri="{FF2B5EF4-FFF2-40B4-BE49-F238E27FC236}">
                <a16:creationId xmlns:a16="http://schemas.microsoft.com/office/drawing/2014/main" id="{C21EDA9F-CFDD-155A-E185-376220CE9E25}"/>
              </a:ext>
            </a:extLst>
          </p:cNvPr>
          <p:cNvPicPr>
            <a:picLocks noGrp="1" noChangeAspect="1"/>
          </p:cNvPicPr>
          <p:nvPr>
            <p:ph sz="quarter" idx="11"/>
          </p:nvPr>
        </p:nvPicPr>
        <p:blipFill>
          <a:blip r:embed="rId3">
            <a:alphaModFix amt="50000"/>
          </a:blip>
          <a:stretch>
            <a:fillRect/>
          </a:stretch>
        </p:blipFill>
        <p:spPr>
          <a:xfrm>
            <a:off x="9940" y="19878"/>
            <a:ext cx="12192000" cy="6858000"/>
          </a:xfrm>
        </p:spPr>
      </p:pic>
      <p:sp>
        <p:nvSpPr>
          <p:cNvPr id="4" name="Title 3">
            <a:extLst>
              <a:ext uri="{FF2B5EF4-FFF2-40B4-BE49-F238E27FC236}">
                <a16:creationId xmlns:a16="http://schemas.microsoft.com/office/drawing/2014/main" id="{88467C95-DF23-40B9-B265-2E6F3DE29030}"/>
              </a:ext>
            </a:extLst>
          </p:cNvPr>
          <p:cNvSpPr>
            <a:spLocks noGrp="1"/>
          </p:cNvSpPr>
          <p:nvPr>
            <p:ph type="title"/>
          </p:nvPr>
        </p:nvSpPr>
        <p:spPr>
          <a:xfrm>
            <a:off x="2150993" y="1760584"/>
            <a:ext cx="7460146" cy="1679713"/>
          </a:xfrm>
        </p:spPr>
        <p:txBody>
          <a:bodyPr anchor="ctr">
            <a:normAutofit/>
          </a:bodyPr>
          <a:lstStyle/>
          <a:p>
            <a:r>
              <a:rPr lang="en-US" sz="5400" dirty="0">
                <a:solidFill>
                  <a:schemeClr val="tx1">
                    <a:lumMod val="95000"/>
                    <a:lumOff val="5000"/>
                  </a:schemeClr>
                </a:solidFill>
                <a:latin typeface="Calibri" panose="020F0502020204030204" pitchFamily="34" charset="0"/>
                <a:ea typeface="Calibri" panose="020F0502020204030204" pitchFamily="34" charset="0"/>
                <a:cs typeface="Calibri" panose="020F0502020204030204" pitchFamily="34" charset="0"/>
              </a:rPr>
              <a:t>Crop Cultivation Guidance System for Farmers</a:t>
            </a:r>
          </a:p>
        </p:txBody>
      </p:sp>
      <p:sp>
        <p:nvSpPr>
          <p:cNvPr id="9" name="TextBox 8">
            <a:extLst>
              <a:ext uri="{FF2B5EF4-FFF2-40B4-BE49-F238E27FC236}">
                <a16:creationId xmlns:a16="http://schemas.microsoft.com/office/drawing/2014/main" id="{44B65A67-C906-6696-7419-866A33B692F2}"/>
              </a:ext>
            </a:extLst>
          </p:cNvPr>
          <p:cNvSpPr txBox="1"/>
          <p:nvPr/>
        </p:nvSpPr>
        <p:spPr>
          <a:xfrm>
            <a:off x="7931425" y="4869895"/>
            <a:ext cx="3359427" cy="1938992"/>
          </a:xfrm>
          <a:prstGeom prst="rect">
            <a:avLst/>
          </a:prstGeom>
          <a:noFill/>
        </p:spPr>
        <p:txBody>
          <a:bodyPr wrap="square" rtlCol="0">
            <a:spAutoFit/>
          </a:bodyPr>
          <a:lstStyle/>
          <a:p>
            <a:r>
              <a:rPr lang="en-US" sz="4000" dirty="0">
                <a:latin typeface="Calibri" panose="020F0502020204030204" pitchFamily="34" charset="0"/>
                <a:ea typeface="Calibri" panose="020F0502020204030204" pitchFamily="34" charset="0"/>
                <a:cs typeface="Calibri" panose="020F0502020204030204" pitchFamily="34" charset="0"/>
              </a:rPr>
              <a:t>By:</a:t>
            </a:r>
          </a:p>
          <a:p>
            <a:r>
              <a:rPr lang="en-US" sz="4000" dirty="0">
                <a:latin typeface="Calibri" panose="020F0502020204030204" pitchFamily="34" charset="0"/>
                <a:ea typeface="Calibri" panose="020F0502020204030204" pitchFamily="34" charset="0"/>
                <a:cs typeface="Calibri" panose="020F0502020204030204" pitchFamily="34" charset="0"/>
              </a:rPr>
              <a:t>RANITHA N</a:t>
            </a:r>
          </a:p>
          <a:p>
            <a:r>
              <a:rPr lang="en-US" sz="4000" dirty="0">
                <a:latin typeface="Calibri" panose="020F0502020204030204" pitchFamily="34" charset="0"/>
                <a:ea typeface="Calibri" panose="020F0502020204030204" pitchFamily="34" charset="0"/>
                <a:cs typeface="Calibri" panose="020F0502020204030204" pitchFamily="34" charset="0"/>
              </a:rPr>
              <a:t>ECE A</a:t>
            </a:r>
            <a:endParaRPr lang="en-IN" sz="40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2593088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 name="Title 13">
            <a:extLst>
              <a:ext uri="{FF2B5EF4-FFF2-40B4-BE49-F238E27FC236}">
                <a16:creationId xmlns:a16="http://schemas.microsoft.com/office/drawing/2014/main" id="{BEC46ADB-55E5-43DA-8E91-C49412A33045}"/>
              </a:ext>
            </a:extLst>
          </p:cNvPr>
          <p:cNvSpPr>
            <a:spLocks noGrp="1"/>
          </p:cNvSpPr>
          <p:nvPr>
            <p:ph type="title"/>
          </p:nvPr>
        </p:nvSpPr>
        <p:spPr>
          <a:xfrm>
            <a:off x="736017" y="457341"/>
            <a:ext cx="4234393" cy="838702"/>
          </a:xfrm>
        </p:spPr>
        <p:txBody>
          <a:bodyPr vert="horz" lIns="91440" tIns="45720" rIns="91440" bIns="45720" rtlCol="0" anchor="b">
            <a:normAutofit/>
          </a:bodyPr>
          <a:lstStyle/>
          <a:p>
            <a:pPr algn="l"/>
            <a:r>
              <a:rPr lang="en-US" sz="4000" dirty="0">
                <a:solidFill>
                  <a:schemeClr val="tx1"/>
                </a:solidFill>
                <a:latin typeface="Calibri" panose="020F0502020204030204" pitchFamily="34" charset="0"/>
                <a:ea typeface="Calibri" panose="020F0502020204030204" pitchFamily="34" charset="0"/>
                <a:cs typeface="Calibri" panose="020F0502020204030204" pitchFamily="34" charset="0"/>
              </a:rPr>
              <a:t>INTRODUCTION</a:t>
            </a:r>
          </a:p>
        </p:txBody>
      </p:sp>
      <p:sp>
        <p:nvSpPr>
          <p:cNvPr id="2" name="Text Placeholder 1">
            <a:extLst>
              <a:ext uri="{FF2B5EF4-FFF2-40B4-BE49-F238E27FC236}">
                <a16:creationId xmlns:a16="http://schemas.microsoft.com/office/drawing/2014/main" id="{C11A7FF5-E7DB-4462-BC64-12126BDC0DFB}"/>
              </a:ext>
            </a:extLst>
          </p:cNvPr>
          <p:cNvSpPr>
            <a:spLocks noGrp="1"/>
          </p:cNvSpPr>
          <p:nvPr>
            <p:ph sz="quarter" idx="11"/>
          </p:nvPr>
        </p:nvSpPr>
        <p:spPr>
          <a:xfrm>
            <a:off x="457199" y="1557849"/>
            <a:ext cx="5337301" cy="3447832"/>
          </a:xfrm>
        </p:spPr>
        <p:txBody>
          <a:bodyPr vert="horz" lIns="91440" tIns="45720" rIns="91440" bIns="45720" rtlCol="0" anchor="t">
            <a:noAutofit/>
          </a:bodyPr>
          <a:lstStyle/>
          <a:p>
            <a:pPr>
              <a:lnSpc>
                <a:spcPct val="90000"/>
              </a:lnSpc>
            </a:pPr>
            <a:r>
              <a:rPr lang="en-US" sz="2000" dirty="0">
                <a:latin typeface="Calibri" panose="020F0502020204030204" pitchFamily="34" charset="0"/>
                <a:ea typeface="Calibri" panose="020F0502020204030204" pitchFamily="34" charset="0"/>
                <a:cs typeface="Calibri" panose="020F0502020204030204" pitchFamily="34" charset="0"/>
              </a:rPr>
              <a:t>Agriculture plays a vital role in our economy, but many farmers lack proper technical guidance.</a:t>
            </a:r>
          </a:p>
          <a:p>
            <a:pPr>
              <a:lnSpc>
                <a:spcPct val="90000"/>
              </a:lnSpc>
            </a:pPr>
            <a:r>
              <a:rPr lang="en-US" sz="2000" dirty="0">
                <a:latin typeface="Calibri" panose="020F0502020204030204" pitchFamily="34" charset="0"/>
                <a:ea typeface="Calibri" panose="020F0502020204030204" pitchFamily="34" charset="0"/>
                <a:cs typeface="Calibri" panose="020F0502020204030204" pitchFamily="34" charset="0"/>
              </a:rPr>
              <a:t>So, we are developing an online platform that helps farmers select suitable crops based on land, budget, season, and irrigation methods.</a:t>
            </a:r>
          </a:p>
          <a:p>
            <a:pPr>
              <a:lnSpc>
                <a:spcPct val="90000"/>
              </a:lnSpc>
            </a:pPr>
            <a:r>
              <a:rPr lang="en-US" sz="2000" dirty="0">
                <a:latin typeface="Calibri" panose="020F0502020204030204" pitchFamily="34" charset="0"/>
                <a:ea typeface="Calibri" panose="020F0502020204030204" pitchFamily="34" charset="0"/>
                <a:cs typeface="Calibri" panose="020F0502020204030204" pitchFamily="34" charset="0"/>
              </a:rPr>
              <a:t>The system is developed using </a:t>
            </a:r>
            <a:r>
              <a:rPr lang="en-US" sz="2000" b="1" dirty="0">
                <a:latin typeface="Calibri" panose="020F0502020204030204" pitchFamily="34" charset="0"/>
                <a:ea typeface="Calibri" panose="020F0502020204030204" pitchFamily="34" charset="0"/>
                <a:cs typeface="Calibri" panose="020F0502020204030204" pitchFamily="34" charset="0"/>
              </a:rPr>
              <a:t>Java Swing</a:t>
            </a:r>
            <a:r>
              <a:rPr lang="en-US" sz="2000" dirty="0">
                <a:latin typeface="Calibri" panose="020F0502020204030204" pitchFamily="34" charset="0"/>
                <a:ea typeface="Calibri" panose="020F0502020204030204" pitchFamily="34" charset="0"/>
                <a:cs typeface="Calibri" panose="020F0502020204030204" pitchFamily="34" charset="0"/>
              </a:rPr>
              <a:t> for the frontend.</a:t>
            </a:r>
          </a:p>
          <a:p>
            <a:pPr>
              <a:lnSpc>
                <a:spcPct val="90000"/>
              </a:lnSpc>
            </a:pPr>
            <a:r>
              <a:rPr lang="en-US" sz="2000" b="1" dirty="0">
                <a:latin typeface="Calibri" panose="020F0502020204030204" pitchFamily="34" charset="0"/>
                <a:ea typeface="Calibri" panose="020F0502020204030204" pitchFamily="34" charset="0"/>
                <a:cs typeface="Calibri" panose="020F0502020204030204" pitchFamily="34" charset="0"/>
              </a:rPr>
              <a:t>MySQL</a:t>
            </a:r>
            <a:r>
              <a:rPr lang="en-US" sz="2000" dirty="0">
                <a:latin typeface="Calibri" panose="020F0502020204030204" pitchFamily="34" charset="0"/>
                <a:ea typeface="Calibri" panose="020F0502020204030204" pitchFamily="34" charset="0"/>
                <a:cs typeface="Calibri" panose="020F0502020204030204" pitchFamily="34" charset="0"/>
              </a:rPr>
              <a:t> as the backend database to store farmer details and recommendations.</a:t>
            </a:r>
          </a:p>
          <a:p>
            <a:pPr>
              <a:lnSpc>
                <a:spcPct val="90000"/>
              </a:lnSpc>
            </a:pPr>
            <a:r>
              <a:rPr lang="en-US" sz="2000" dirty="0">
                <a:latin typeface="Calibri" panose="020F0502020204030204" pitchFamily="34" charset="0"/>
                <a:ea typeface="Calibri" panose="020F0502020204030204" pitchFamily="34" charset="0"/>
                <a:cs typeface="Calibri" panose="020F0502020204030204" pitchFamily="34" charset="0"/>
              </a:rPr>
              <a:t>This system provides simple recommendations to support better farming decisions.</a:t>
            </a:r>
          </a:p>
          <a:p>
            <a:pPr>
              <a:lnSpc>
                <a:spcPct val="90000"/>
              </a:lnSpc>
            </a:pPr>
            <a:endParaRPr lang="en-US" sz="2000" dirty="0">
              <a:latin typeface="Calibri" panose="020F0502020204030204" pitchFamily="34" charset="0"/>
              <a:ea typeface="Calibri" panose="020F0502020204030204" pitchFamily="34" charset="0"/>
              <a:cs typeface="Calibri" panose="020F0502020204030204" pitchFamily="34" charset="0"/>
            </a:endParaRPr>
          </a:p>
        </p:txBody>
      </p:sp>
      <p:pic>
        <p:nvPicPr>
          <p:cNvPr id="6" name="Picture 5">
            <a:extLst>
              <a:ext uri="{FF2B5EF4-FFF2-40B4-BE49-F238E27FC236}">
                <a16:creationId xmlns:a16="http://schemas.microsoft.com/office/drawing/2014/main" id="{1DD4FE3E-B964-EFC7-2145-23D165086A99}"/>
              </a:ext>
            </a:extLst>
          </p:cNvPr>
          <p:cNvPicPr>
            <a:picLocks noChangeAspect="1"/>
          </p:cNvPicPr>
          <p:nvPr/>
        </p:nvPicPr>
        <p:blipFill>
          <a:blip r:embed="rId2"/>
          <a:srcRect l="20346" r="18112" b="-1"/>
          <a:stretch>
            <a:fillRect/>
          </a:stretch>
        </p:blipFill>
        <p:spPr>
          <a:xfrm>
            <a:off x="6397501" y="993462"/>
            <a:ext cx="5453545" cy="4984683"/>
          </a:xfrm>
          <a:prstGeom prst="rect">
            <a:avLst/>
          </a:prstGeom>
          <a:noFill/>
        </p:spPr>
      </p:pic>
      <p:sp>
        <p:nvSpPr>
          <p:cNvPr id="8" name="Date Placeholder 7">
            <a:extLst>
              <a:ext uri="{FF2B5EF4-FFF2-40B4-BE49-F238E27FC236}">
                <a16:creationId xmlns:a16="http://schemas.microsoft.com/office/drawing/2014/main" id="{B10C7A9E-B1D7-4285-8DD5-D28AFDC7B4F8}"/>
              </a:ext>
            </a:extLst>
          </p:cNvPr>
          <p:cNvSpPr>
            <a:spLocks noGrp="1"/>
          </p:cNvSpPr>
          <p:nvPr>
            <p:ph type="dt" sz="half" idx="2"/>
          </p:nvPr>
        </p:nvSpPr>
        <p:spPr>
          <a:xfrm>
            <a:off x="838200" y="6356350"/>
            <a:ext cx="2743200" cy="365125"/>
          </a:xfrm>
        </p:spPr>
        <p:txBody>
          <a:bodyPr vert="horz" lIns="91440" tIns="45720" rIns="91440" bIns="45720" rtlCol="0" anchor="ctr">
            <a:normAutofit/>
          </a:bodyPr>
          <a:lstStyle/>
          <a:p>
            <a:pPr>
              <a:spcAft>
                <a:spcPts val="600"/>
              </a:spcAft>
              <a:defRPr/>
            </a:pPr>
            <a:fld id="{5AF05980-54E0-4F3D-BAF3-4CE06FA77025}" type="datetime1">
              <a:rPr lang="en-US" sz="1200" smtClean="0">
                <a:solidFill>
                  <a:prstClr val="black">
                    <a:tint val="75000"/>
                  </a:prstClr>
                </a:solidFill>
                <a:latin typeface="Calibri" panose="020F0502020204030204"/>
              </a:rPr>
              <a:pPr>
                <a:spcAft>
                  <a:spcPts val="600"/>
                </a:spcAft>
                <a:defRPr/>
              </a:pPr>
              <a:t>1/8/2026</a:t>
            </a:fld>
            <a:endParaRPr lang="en-US" sz="1200">
              <a:solidFill>
                <a:prstClr val="black">
                  <a:tint val="75000"/>
                </a:prstClr>
              </a:solidFill>
              <a:latin typeface="Calibri" panose="020F0502020204030204"/>
            </a:endParaRPr>
          </a:p>
        </p:txBody>
      </p:sp>
      <p:sp>
        <p:nvSpPr>
          <p:cNvPr id="9" name="Slide Number Placeholder 8">
            <a:extLst>
              <a:ext uri="{FF2B5EF4-FFF2-40B4-BE49-F238E27FC236}">
                <a16:creationId xmlns:a16="http://schemas.microsoft.com/office/drawing/2014/main" id="{AA7B234E-FE17-4087-92FD-3802CA26E967}"/>
              </a:ext>
            </a:extLst>
          </p:cNvPr>
          <p:cNvSpPr>
            <a:spLocks noGrp="1"/>
          </p:cNvSpPr>
          <p:nvPr>
            <p:ph type="sldNum" sz="quarter" idx="4"/>
          </p:nvPr>
        </p:nvSpPr>
        <p:spPr>
          <a:xfrm>
            <a:off x="8610600" y="6356350"/>
            <a:ext cx="2743200" cy="365125"/>
          </a:xfrm>
        </p:spPr>
        <p:txBody>
          <a:bodyPr vert="horz" lIns="91440" tIns="45720" rIns="91440" bIns="45720" rtlCol="0" anchor="ctr">
            <a:normAutofit/>
          </a:bodyPr>
          <a:lstStyle/>
          <a:p>
            <a:pPr>
              <a:spcAft>
                <a:spcPts val="600"/>
              </a:spcAft>
              <a:defRPr/>
            </a:pPr>
            <a:fld id="{294A09A9-5501-47C1-A89A-A340965A2BE2}" type="slidenum">
              <a:rPr lang="en-US" sz="1200">
                <a:solidFill>
                  <a:prstClr val="black">
                    <a:tint val="75000"/>
                  </a:prstClr>
                </a:solidFill>
                <a:latin typeface="Calibri" panose="020F0502020204030204"/>
                <a:cs typeface="+mn-cs"/>
              </a:rPr>
              <a:pPr>
                <a:spcAft>
                  <a:spcPts val="600"/>
                </a:spcAft>
                <a:defRPr/>
              </a:pPr>
              <a:t>2</a:t>
            </a:fld>
            <a:endParaRPr lang="en-US" sz="1200">
              <a:solidFill>
                <a:prstClr val="black">
                  <a:tint val="75000"/>
                </a:prstClr>
              </a:solidFill>
              <a:latin typeface="Calibri" panose="020F0502020204030204"/>
              <a:cs typeface="+mn-cs"/>
            </a:endParaRPr>
          </a:p>
        </p:txBody>
      </p:sp>
      <p:grpSp>
        <p:nvGrpSpPr>
          <p:cNvPr id="54" name="Group 53">
            <a:extLst>
              <a:ext uri="{FF2B5EF4-FFF2-40B4-BE49-F238E27FC236}">
                <a16:creationId xmlns:a16="http://schemas.microsoft.com/office/drawing/2014/main" id="{434FA563-76F6-CDCF-AEA0-A7B78E44647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025" y="6737718"/>
            <a:ext cx="12207200" cy="123363"/>
            <a:chOff x="-5025" y="6737718"/>
            <a:chExt cx="12207200" cy="123363"/>
          </a:xfrm>
        </p:grpSpPr>
        <p:sp>
          <p:nvSpPr>
            <p:cNvPr id="55" name="Rectangle 54">
              <a:extLst>
                <a:ext uri="{FF2B5EF4-FFF2-40B4-BE49-F238E27FC236}">
                  <a16:creationId xmlns:a16="http://schemas.microsoft.com/office/drawing/2014/main" id="{1D2E3CAA-F1BA-6695-301D-22564C38286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flipH="1">
              <a:off x="6036894" y="695800"/>
              <a:ext cx="123362" cy="12207199"/>
            </a:xfrm>
            <a:prstGeom prst="rect">
              <a:avLst/>
            </a:prstGeom>
            <a:gradFill>
              <a:gsLst>
                <a:gs pos="0">
                  <a:schemeClr val="accent5"/>
                </a:gs>
                <a:gs pos="100000">
                  <a:schemeClr val="accent2"/>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Rectangle 55">
              <a:extLst>
                <a:ext uri="{FF2B5EF4-FFF2-40B4-BE49-F238E27FC236}">
                  <a16:creationId xmlns:a16="http://schemas.microsoft.com/office/drawing/2014/main" id="{2F3F0F2C-04A5-144D-BDCF-C387072897E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9176406" y="3835311"/>
              <a:ext cx="123362" cy="5928176"/>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86551680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8" name="Title 17">
            <a:extLst>
              <a:ext uri="{FF2B5EF4-FFF2-40B4-BE49-F238E27FC236}">
                <a16:creationId xmlns:a16="http://schemas.microsoft.com/office/drawing/2014/main" id="{EA6B7DE5-BFCC-4EEF-9609-8AA1C7CAD3B0}"/>
              </a:ext>
            </a:extLst>
          </p:cNvPr>
          <p:cNvSpPr>
            <a:spLocks noGrp="1"/>
          </p:cNvSpPr>
          <p:nvPr>
            <p:ph type="title"/>
          </p:nvPr>
        </p:nvSpPr>
        <p:spPr>
          <a:xfrm>
            <a:off x="838200" y="284006"/>
            <a:ext cx="5595619" cy="701514"/>
          </a:xfrm>
        </p:spPr>
        <p:txBody>
          <a:bodyPr vert="horz" lIns="91440" tIns="45720" rIns="91440" bIns="45720" rtlCol="0" anchor="b">
            <a:noAutofit/>
          </a:bodyPr>
          <a:lstStyle/>
          <a:p>
            <a:r>
              <a:rPr lang="en-US" sz="4000" dirty="0">
                <a:solidFill>
                  <a:schemeClr val="tx1"/>
                </a:solidFill>
                <a:latin typeface="Calibri" panose="020F0502020204030204" pitchFamily="34" charset="0"/>
                <a:ea typeface="Calibri" panose="020F0502020204030204" pitchFamily="34" charset="0"/>
                <a:cs typeface="Calibri" panose="020F0502020204030204" pitchFamily="34" charset="0"/>
              </a:rPr>
              <a:t>PROBLEM </a:t>
            </a:r>
            <a:r>
              <a:rPr lang="en-US" dirty="0">
                <a:solidFill>
                  <a:schemeClr val="tx1"/>
                </a:solidFill>
                <a:latin typeface="Calibri" panose="020F0502020204030204" pitchFamily="34" charset="0"/>
                <a:ea typeface="Calibri" panose="020F0502020204030204" pitchFamily="34" charset="0"/>
                <a:cs typeface="Calibri" panose="020F0502020204030204" pitchFamily="34" charset="0"/>
              </a:rPr>
              <a:t>STATEMENT</a:t>
            </a:r>
            <a:endParaRPr lang="en-US" sz="4000"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p:pic>
        <p:nvPicPr>
          <p:cNvPr id="10" name="Picture 2" descr="This may contain: the silhouette of a man holding two gliders at sunset">
            <a:extLst>
              <a:ext uri="{FF2B5EF4-FFF2-40B4-BE49-F238E27FC236}">
                <a16:creationId xmlns:a16="http://schemas.microsoft.com/office/drawing/2014/main" id="{4EA3C320-5DB4-D746-F3D3-4C9BCEFBD00E}"/>
              </a:ext>
            </a:extLst>
          </p:cNvPr>
          <p:cNvPicPr>
            <a:picLocks noGrp="1" noChangeAspect="1" noChangeArrowheads="1"/>
          </p:cNvPicPr>
          <p:nvPr>
            <p:ph type="pic" sz="quarter" idx="10"/>
          </p:nvPr>
        </p:nvPicPr>
        <p:blipFill>
          <a:blip r:embed="rId2">
            <a:extLst>
              <a:ext uri="{28A0092B-C50C-407E-A947-70E740481C1C}">
                <a14:useLocalDpi xmlns:a14="http://schemas.microsoft.com/office/drawing/2010/main" val="0"/>
              </a:ext>
            </a:extLst>
          </a:blip>
          <a:srcRect t="33" b="9967"/>
          <a:stretch>
            <a:fillRect/>
          </a:stretch>
        </p:blipFill>
        <p:spPr bwMode="auto">
          <a:xfrm>
            <a:off x="838200" y="1544320"/>
            <a:ext cx="4069080" cy="4812030"/>
          </a:xfrm>
          <a:prstGeom prst="rect">
            <a:avLst/>
          </a:prstGeom>
          <a:noFill/>
          <a:extLst>
            <a:ext uri="{909E8E84-426E-40DD-AFC4-6F175D3DCCD1}">
              <a14:hiddenFill xmlns:a14="http://schemas.microsoft.com/office/drawing/2010/main">
                <a:solidFill>
                  <a:srgbClr val="FFFFFF"/>
                </a:solidFill>
              </a14:hiddenFill>
            </a:ext>
          </a:extLst>
        </p:spPr>
      </p:pic>
      <p:grpSp>
        <p:nvGrpSpPr>
          <p:cNvPr id="67" name="Group 66">
            <a:extLst>
              <a:ext uri="{FF2B5EF4-FFF2-40B4-BE49-F238E27FC236}">
                <a16:creationId xmlns:a16="http://schemas.microsoft.com/office/drawing/2014/main" id="{5EFBDE31-BB3E-6CFC-23CD-B5976DA3843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3362" cy="6858000"/>
            <a:chOff x="12068638" y="0"/>
            <a:chExt cx="123362" cy="6858000"/>
          </a:xfrm>
        </p:grpSpPr>
        <p:sp>
          <p:nvSpPr>
            <p:cNvPr id="68" name="Rectangle 67">
              <a:extLst>
                <a:ext uri="{FF2B5EF4-FFF2-40B4-BE49-F238E27FC236}">
                  <a16:creationId xmlns:a16="http://schemas.microsoft.com/office/drawing/2014/main" id="{180A60EC-72BB-121F-556A-E2837FD99A8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2068638" y="0"/>
              <a:ext cx="123362" cy="6858000"/>
            </a:xfrm>
            <a:prstGeom prst="rect">
              <a:avLst/>
            </a:prstGeom>
            <a:gradFill>
              <a:gsLst>
                <a:gs pos="0">
                  <a:schemeClr val="accent2"/>
                </a:gs>
                <a:gs pos="100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Rectangle 68">
              <a:extLst>
                <a:ext uri="{FF2B5EF4-FFF2-40B4-BE49-F238E27FC236}">
                  <a16:creationId xmlns:a16="http://schemas.microsoft.com/office/drawing/2014/main" id="{F91A2FAE-D41C-FF5D-B0A0-7808248EDC9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2068638" y="4139706"/>
              <a:ext cx="123362" cy="2718294"/>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4" name="Date Placeholder 33">
            <a:extLst>
              <a:ext uri="{FF2B5EF4-FFF2-40B4-BE49-F238E27FC236}">
                <a16:creationId xmlns:a16="http://schemas.microsoft.com/office/drawing/2014/main" id="{D30A968E-AB03-4BB5-BF8E-EB31DFD33B17}"/>
              </a:ext>
            </a:extLst>
          </p:cNvPr>
          <p:cNvSpPr>
            <a:spLocks noGrp="1"/>
          </p:cNvSpPr>
          <p:nvPr>
            <p:ph type="dt" sz="half" idx="2"/>
          </p:nvPr>
        </p:nvSpPr>
        <p:spPr>
          <a:xfrm>
            <a:off x="838200" y="6356350"/>
            <a:ext cx="2743200" cy="365125"/>
          </a:xfrm>
        </p:spPr>
        <p:txBody>
          <a:bodyPr vert="horz" lIns="91440" tIns="45720" rIns="91440" bIns="45720" rtlCol="0" anchor="ctr">
            <a:normAutofit/>
          </a:bodyPr>
          <a:lstStyle/>
          <a:p>
            <a:pPr>
              <a:spcAft>
                <a:spcPts val="600"/>
              </a:spcAft>
              <a:defRPr/>
            </a:pPr>
            <a:fld id="{9FEF76E7-2EBE-4103-B764-AD23619BE076}" type="datetime1">
              <a:rPr lang="en-US" sz="1200" smtClean="0">
                <a:solidFill>
                  <a:srgbClr val="FFFFFF"/>
                </a:solidFill>
                <a:latin typeface="Calibri" panose="020F0502020204030204"/>
              </a:rPr>
              <a:pPr>
                <a:spcAft>
                  <a:spcPts val="600"/>
                </a:spcAft>
                <a:defRPr/>
              </a:pPr>
              <a:t>1/8/2026</a:t>
            </a:fld>
            <a:endParaRPr lang="en-US" sz="1200">
              <a:solidFill>
                <a:srgbClr val="FFFFFF"/>
              </a:solidFill>
              <a:latin typeface="Calibri" panose="020F0502020204030204"/>
            </a:endParaRPr>
          </a:p>
        </p:txBody>
      </p:sp>
      <p:sp>
        <p:nvSpPr>
          <p:cNvPr id="35" name="Slide Number Placeholder 34">
            <a:extLst>
              <a:ext uri="{FF2B5EF4-FFF2-40B4-BE49-F238E27FC236}">
                <a16:creationId xmlns:a16="http://schemas.microsoft.com/office/drawing/2014/main" id="{5789CCB9-138D-4D90-8AFB-AC5C73612512}"/>
              </a:ext>
            </a:extLst>
          </p:cNvPr>
          <p:cNvSpPr>
            <a:spLocks noGrp="1"/>
          </p:cNvSpPr>
          <p:nvPr>
            <p:ph type="sldNum" sz="quarter" idx="4"/>
          </p:nvPr>
        </p:nvSpPr>
        <p:spPr>
          <a:xfrm>
            <a:off x="8610600" y="6356350"/>
            <a:ext cx="2743200" cy="365125"/>
          </a:xfrm>
        </p:spPr>
        <p:txBody>
          <a:bodyPr vert="horz" lIns="91440" tIns="45720" rIns="91440" bIns="45720" rtlCol="0" anchor="ctr">
            <a:normAutofit/>
          </a:bodyPr>
          <a:lstStyle/>
          <a:p>
            <a:pPr>
              <a:spcAft>
                <a:spcPts val="600"/>
              </a:spcAft>
              <a:defRPr/>
            </a:pPr>
            <a:fld id="{294A09A9-5501-47C1-A89A-A340965A2BE2}" type="slidenum">
              <a:rPr lang="en-US" sz="1200">
                <a:solidFill>
                  <a:schemeClr val="tx1">
                    <a:lumMod val="50000"/>
                    <a:lumOff val="50000"/>
                  </a:schemeClr>
                </a:solidFill>
                <a:latin typeface="Calibri" panose="020F0502020204030204"/>
                <a:cs typeface="+mn-cs"/>
              </a:rPr>
              <a:pPr>
                <a:spcAft>
                  <a:spcPts val="600"/>
                </a:spcAft>
                <a:defRPr/>
              </a:pPr>
              <a:t>3</a:t>
            </a:fld>
            <a:endParaRPr lang="en-US" sz="1200">
              <a:solidFill>
                <a:schemeClr val="tx1">
                  <a:lumMod val="50000"/>
                  <a:lumOff val="50000"/>
                </a:schemeClr>
              </a:solidFill>
              <a:latin typeface="Calibri" panose="020F0502020204030204"/>
              <a:cs typeface="+mn-cs"/>
            </a:endParaRPr>
          </a:p>
        </p:txBody>
      </p:sp>
      <p:sp>
        <p:nvSpPr>
          <p:cNvPr id="11" name="Rectangle 3">
            <a:extLst>
              <a:ext uri="{FF2B5EF4-FFF2-40B4-BE49-F238E27FC236}">
                <a16:creationId xmlns:a16="http://schemas.microsoft.com/office/drawing/2014/main" id="{84197CCF-3D77-CD83-3151-9C581E987335}"/>
              </a:ext>
            </a:extLst>
          </p:cNvPr>
          <p:cNvSpPr>
            <a:spLocks noGrp="1" noChangeArrowheads="1"/>
          </p:cNvSpPr>
          <p:nvPr>
            <p:ph type="body" sz="quarter" idx="13"/>
          </p:nvPr>
        </p:nvSpPr>
        <p:spPr bwMode="auto">
          <a:xfrm>
            <a:off x="5741387" y="1544320"/>
            <a:ext cx="5442585" cy="51090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p>
            <a:pPr eaLnBrk="0" fontAlgn="base" hangingPunct="0">
              <a:lnSpc>
                <a:spcPct val="100000"/>
              </a:lnSpc>
              <a:spcBef>
                <a:spcPct val="0"/>
              </a:spcBef>
              <a:spcAft>
                <a:spcPct val="0"/>
              </a:spcAft>
            </a:pPr>
            <a:endParaRPr kumimoji="0" lang="en-US" altLang="en-US" sz="18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Many farmers, especially beginners, do not have access to proper crop planning guidance.</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20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Selecting the right crop based on land, season, irrigation, and budget is often done by trial and error.</a:t>
            </a:r>
            <a:endParaRPr lang="en-US" altLang="en-US" sz="1800" dirty="0">
              <a:solidFill>
                <a:schemeClr val="tx1"/>
              </a:solidFill>
              <a:latin typeface="Calibri" panose="020F0502020204030204" pitchFamily="34" charset="0"/>
              <a:ea typeface="Calibri" panose="020F0502020204030204" pitchFamily="34" charset="0"/>
              <a:cs typeface="Calibri" panose="020F050202020403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Lack of technical support leads to low productivity and financial loss.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lang="en-US" altLang="en-US" sz="1800" dirty="0">
                <a:solidFill>
                  <a:schemeClr val="tx1"/>
                </a:solidFill>
                <a:latin typeface="Calibri" panose="020F0502020204030204" pitchFamily="34" charset="0"/>
                <a:ea typeface="Calibri" panose="020F0502020204030204" pitchFamily="34" charset="0"/>
                <a:cs typeface="Calibri" panose="020F0502020204030204" pitchFamily="34" charset="0"/>
              </a:rPr>
              <a:t> There is a need for a simple digital system to guide farmers in making informed cultivation decisions.</a:t>
            </a:r>
            <a:r>
              <a:rPr kumimoji="0" lang="en-US" altLang="en-US" sz="18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p>
          <a:p>
            <a:pPr eaLnBrk="0" fontAlgn="base" hangingPunct="0">
              <a:lnSpc>
                <a:spcPct val="100000"/>
              </a:lnSpc>
              <a:spcBef>
                <a:spcPct val="0"/>
              </a:spcBef>
              <a:spcAft>
                <a:spcPct val="0"/>
              </a:spcAft>
            </a:pPr>
            <a:endParaRPr lang="en-US" sz="1800" dirty="0">
              <a:latin typeface="Calibri" panose="020F0502020204030204" pitchFamily="34" charset="0"/>
              <a:ea typeface="Calibri" panose="020F0502020204030204" pitchFamily="34" charset="0"/>
              <a:cs typeface="Calibri" panose="020F050202020403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1800" dirty="0">
              <a:solidFill>
                <a:schemeClr val="tx1"/>
              </a:solidFill>
              <a:latin typeface="Calibri" panose="020F0502020204030204" pitchFamily="34" charset="0"/>
              <a:ea typeface="Calibri" panose="020F0502020204030204" pitchFamily="34" charset="0"/>
              <a:cs typeface="Calibri" panose="020F050202020403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sz="1800" dirty="0">
              <a:solidFill>
                <a:schemeClr val="tx1"/>
              </a:solidFill>
              <a:latin typeface="Calibri" panose="020F0502020204030204" pitchFamily="34" charset="0"/>
              <a:ea typeface="Calibri" panose="020F0502020204030204" pitchFamily="34" charset="0"/>
              <a:cs typeface="Calibri" panose="020F050202020403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sz="1800" dirty="0">
              <a:latin typeface="Calibri" panose="020F0502020204030204" pitchFamily="34" charset="0"/>
              <a:ea typeface="Calibri" panose="020F0502020204030204" pitchFamily="34" charset="0"/>
              <a:cs typeface="Calibri" panose="020F050202020403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3712936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18"/>
                                        </p:tgtEl>
                                        <p:attrNameLst>
                                          <p:attrName>style.visibility</p:attrName>
                                        </p:attrNameLst>
                                      </p:cBhvr>
                                      <p:to>
                                        <p:strVal val="visible"/>
                                      </p:to>
                                    </p:set>
                                    <p:animEffect transition="in" filter="fade">
                                      <p:cBhvr>
                                        <p:cTn id="7" dur="7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6CCA5F87-1D1E-45CB-8D83-FC7EEFAD99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9">
            <a:extLst>
              <a:ext uri="{FF2B5EF4-FFF2-40B4-BE49-F238E27FC236}">
                <a16:creationId xmlns:a16="http://schemas.microsoft.com/office/drawing/2014/main" id="{882AEFBB-603F-3CC2-0726-F79F53726DF5}"/>
              </a:ext>
            </a:extLst>
          </p:cNvPr>
          <p:cNvPicPr>
            <a:picLocks noChangeAspect="1"/>
          </p:cNvPicPr>
          <p:nvPr/>
        </p:nvPicPr>
        <p:blipFill>
          <a:blip r:embed="rId2"/>
          <a:srcRect l="31811" t="9091" r="3552"/>
          <a:stretch>
            <a:fillRect/>
          </a:stretch>
        </p:blipFill>
        <p:spPr>
          <a:xfrm>
            <a:off x="0" y="0"/>
            <a:ext cx="8668492" cy="6857990"/>
          </a:xfrm>
          <a:prstGeom prst="rect">
            <a:avLst/>
          </a:prstGeom>
        </p:spPr>
      </p:pic>
      <p:sp>
        <p:nvSpPr>
          <p:cNvPr id="20" name="Rectangle 19">
            <a:extLst>
              <a:ext uri="{FF2B5EF4-FFF2-40B4-BE49-F238E27FC236}">
                <a16:creationId xmlns:a16="http://schemas.microsoft.com/office/drawing/2014/main" id="{7CCFC2C6-6238-4A2F-93DE-2ADF74AF63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711652" y="0"/>
            <a:ext cx="8480347" cy="6858000"/>
          </a:xfrm>
          <a:prstGeom prst="rect">
            <a:avLst/>
          </a:prstGeom>
          <a:gradFill>
            <a:gsLst>
              <a:gs pos="48000">
                <a:schemeClr val="bg1"/>
              </a:gs>
              <a:gs pos="35000">
                <a:schemeClr val="bg1">
                  <a:alpha val="77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Title 2">
            <a:extLst>
              <a:ext uri="{FF2B5EF4-FFF2-40B4-BE49-F238E27FC236}">
                <a16:creationId xmlns:a16="http://schemas.microsoft.com/office/drawing/2014/main" id="{F9055465-EA9F-436E-A0C3-64912E06BF2C}"/>
              </a:ext>
            </a:extLst>
          </p:cNvPr>
          <p:cNvSpPr>
            <a:spLocks noGrp="1"/>
          </p:cNvSpPr>
          <p:nvPr>
            <p:ph type="title"/>
          </p:nvPr>
        </p:nvSpPr>
        <p:spPr>
          <a:xfrm>
            <a:off x="1180347" y="1004835"/>
            <a:ext cx="10209126" cy="3941632"/>
          </a:xfrm>
        </p:spPr>
        <p:txBody>
          <a:bodyPr vert="horz" lIns="91440" tIns="45720" rIns="91440" bIns="45720" rtlCol="0" anchor="b">
            <a:noAutofit/>
          </a:bodyPr>
          <a:lstStyle/>
          <a:p>
            <a:pPr marL="342900" indent="-342900">
              <a:buFont typeface="Wingdings" panose="05000000000000000000" pitchFamily="2" charset="2"/>
              <a:buChar char="v"/>
            </a:pPr>
            <a:r>
              <a:rPr lang="en-US" sz="2000" dirty="0">
                <a:solidFill>
                  <a:schemeClr val="tx1"/>
                </a:solidFill>
                <a:latin typeface="Calibri" panose="020F0502020204030204" pitchFamily="34" charset="0"/>
                <a:ea typeface="Calibri" panose="020F0502020204030204" pitchFamily="34" charset="0"/>
                <a:cs typeface="Calibri" panose="020F0502020204030204" pitchFamily="34" charset="0"/>
              </a:rPr>
              <a:t>To design and develop a simple database-driven application that assists farmers in selecting suitable and profitable crops using Java and MySQL.</a:t>
            </a:r>
            <a:br>
              <a:rPr lang="en-US" sz="2000" dirty="0">
                <a:solidFill>
                  <a:schemeClr val="tx1"/>
                </a:solidFill>
                <a:latin typeface="Calibri" panose="020F0502020204030204" pitchFamily="34" charset="0"/>
                <a:ea typeface="Calibri" panose="020F0502020204030204" pitchFamily="34" charset="0"/>
                <a:cs typeface="Calibri" panose="020F0502020204030204" pitchFamily="34" charset="0"/>
              </a:rPr>
            </a:br>
            <a:br>
              <a:rPr lang="en-US" sz="2000" dirty="0">
                <a:solidFill>
                  <a:schemeClr val="tx1"/>
                </a:solidFill>
                <a:latin typeface="Calibri" panose="020F0502020204030204" pitchFamily="34" charset="0"/>
                <a:ea typeface="Calibri" panose="020F0502020204030204" pitchFamily="34" charset="0"/>
                <a:cs typeface="Calibri" panose="020F0502020204030204" pitchFamily="34" charset="0"/>
              </a:rPr>
            </a:br>
            <a:r>
              <a:rPr lang="en-US" sz="2000" dirty="0">
                <a:solidFill>
                  <a:schemeClr val="tx1"/>
                </a:solidFill>
                <a:latin typeface="Calibri" panose="020F0502020204030204" pitchFamily="34" charset="0"/>
                <a:ea typeface="Calibri" panose="020F0502020204030204" pitchFamily="34" charset="0"/>
                <a:cs typeface="Calibri" panose="020F0502020204030204" pitchFamily="34" charset="0"/>
              </a:rPr>
              <a:t>	1. Build a farmer-friendly crop advisory system using Java Swing.</a:t>
            </a:r>
            <a:br>
              <a:rPr lang="en-US" sz="2000" dirty="0">
                <a:solidFill>
                  <a:schemeClr val="tx1"/>
                </a:solidFill>
                <a:latin typeface="Calibri" panose="020F0502020204030204" pitchFamily="34" charset="0"/>
                <a:ea typeface="Calibri" panose="020F0502020204030204" pitchFamily="34" charset="0"/>
                <a:cs typeface="Calibri" panose="020F0502020204030204" pitchFamily="34" charset="0"/>
              </a:rPr>
            </a:br>
            <a:br>
              <a:rPr lang="en-US" sz="2000" dirty="0">
                <a:solidFill>
                  <a:schemeClr val="tx1"/>
                </a:solidFill>
                <a:latin typeface="Calibri" panose="020F0502020204030204" pitchFamily="34" charset="0"/>
                <a:ea typeface="Calibri" panose="020F0502020204030204" pitchFamily="34" charset="0"/>
                <a:cs typeface="Calibri" panose="020F0502020204030204" pitchFamily="34" charset="0"/>
              </a:rPr>
            </a:br>
            <a:r>
              <a:rPr lang="en-US" sz="2000" dirty="0">
                <a:solidFill>
                  <a:schemeClr val="tx1"/>
                </a:solidFill>
                <a:latin typeface="Calibri" panose="020F0502020204030204" pitchFamily="34" charset="0"/>
                <a:ea typeface="Calibri" panose="020F0502020204030204" pitchFamily="34" charset="0"/>
                <a:cs typeface="Calibri" panose="020F0502020204030204" pitchFamily="34" charset="0"/>
              </a:rPr>
              <a:t>	2.Implement secure farmer registration and login using JDBC and SQL queries.</a:t>
            </a:r>
            <a:br>
              <a:rPr lang="en-US" sz="2000" dirty="0">
                <a:solidFill>
                  <a:schemeClr val="tx1"/>
                </a:solidFill>
                <a:latin typeface="Calibri" panose="020F0502020204030204" pitchFamily="34" charset="0"/>
                <a:ea typeface="Calibri" panose="020F0502020204030204" pitchFamily="34" charset="0"/>
                <a:cs typeface="Calibri" panose="020F0502020204030204" pitchFamily="34" charset="0"/>
              </a:rPr>
            </a:br>
            <a:br>
              <a:rPr lang="en-US" sz="2000" dirty="0">
                <a:solidFill>
                  <a:schemeClr val="tx1"/>
                </a:solidFill>
                <a:latin typeface="Calibri" panose="020F0502020204030204" pitchFamily="34" charset="0"/>
                <a:ea typeface="Calibri" panose="020F0502020204030204" pitchFamily="34" charset="0"/>
                <a:cs typeface="Calibri" panose="020F0502020204030204" pitchFamily="34" charset="0"/>
              </a:rPr>
            </a:br>
            <a:r>
              <a:rPr lang="en-US" sz="2000" dirty="0">
                <a:solidFill>
                  <a:schemeClr val="tx1"/>
                </a:solidFill>
                <a:latin typeface="Calibri" panose="020F0502020204030204" pitchFamily="34" charset="0"/>
                <a:ea typeface="Calibri" panose="020F0502020204030204" pitchFamily="34" charset="0"/>
                <a:cs typeface="Calibri" panose="020F0502020204030204" pitchFamily="34" charset="0"/>
              </a:rPr>
              <a:t>	3.Provide crop recommendations based on land, budget, season, and irrigation method.</a:t>
            </a:r>
            <a:br>
              <a:rPr lang="en-US" sz="2000" dirty="0">
                <a:solidFill>
                  <a:schemeClr val="tx1"/>
                </a:solidFill>
                <a:latin typeface="Calibri" panose="020F0502020204030204" pitchFamily="34" charset="0"/>
                <a:ea typeface="Calibri" panose="020F0502020204030204" pitchFamily="34" charset="0"/>
                <a:cs typeface="Calibri" panose="020F0502020204030204" pitchFamily="34" charset="0"/>
              </a:rPr>
            </a:br>
            <a:br>
              <a:rPr lang="en-US" sz="2000" dirty="0">
                <a:solidFill>
                  <a:schemeClr val="tx1"/>
                </a:solidFill>
                <a:latin typeface="Calibri" panose="020F0502020204030204" pitchFamily="34" charset="0"/>
                <a:ea typeface="Calibri" panose="020F0502020204030204" pitchFamily="34" charset="0"/>
                <a:cs typeface="Calibri" panose="020F0502020204030204" pitchFamily="34" charset="0"/>
              </a:rPr>
            </a:br>
            <a:r>
              <a:rPr lang="en-US" sz="2000" dirty="0">
                <a:solidFill>
                  <a:schemeClr val="tx1"/>
                </a:solidFill>
                <a:latin typeface="Calibri" panose="020F0502020204030204" pitchFamily="34" charset="0"/>
                <a:ea typeface="Calibri" panose="020F0502020204030204" pitchFamily="34" charset="0"/>
                <a:cs typeface="Calibri" panose="020F0502020204030204" pitchFamily="34" charset="0"/>
              </a:rPr>
              <a:t>	4.Display investment, profit estimation, and irrigation guidance for selected crops.</a:t>
            </a:r>
            <a:br>
              <a:rPr lang="en-US" sz="2000" dirty="0">
                <a:solidFill>
                  <a:schemeClr val="tx1"/>
                </a:solidFill>
                <a:latin typeface="Calibri" panose="020F0502020204030204" pitchFamily="34" charset="0"/>
                <a:ea typeface="Calibri" panose="020F0502020204030204" pitchFamily="34" charset="0"/>
                <a:cs typeface="Calibri" panose="020F0502020204030204" pitchFamily="34" charset="0"/>
              </a:rPr>
            </a:br>
            <a:br>
              <a:rPr lang="en-US" sz="2000" dirty="0">
                <a:solidFill>
                  <a:schemeClr val="tx1"/>
                </a:solidFill>
                <a:latin typeface="Calibri" panose="020F0502020204030204" pitchFamily="34" charset="0"/>
                <a:ea typeface="Calibri" panose="020F0502020204030204" pitchFamily="34" charset="0"/>
                <a:cs typeface="Calibri" panose="020F0502020204030204" pitchFamily="34" charset="0"/>
              </a:rPr>
            </a:br>
            <a:r>
              <a:rPr lang="en-US" sz="2000" dirty="0">
                <a:solidFill>
                  <a:schemeClr val="tx1"/>
                </a:solidFill>
                <a:latin typeface="Calibri" panose="020F0502020204030204" pitchFamily="34" charset="0"/>
                <a:ea typeface="Calibri" panose="020F0502020204030204" pitchFamily="34" charset="0"/>
                <a:cs typeface="Calibri" panose="020F0502020204030204" pitchFamily="34" charset="0"/>
              </a:rPr>
              <a:t>	5.Gain practical experience in integrating Java applications with a MySQL database.</a:t>
            </a:r>
          </a:p>
        </p:txBody>
      </p:sp>
      <p:sp>
        <p:nvSpPr>
          <p:cNvPr id="9" name="Text Placeholder 8">
            <a:extLst>
              <a:ext uri="{FF2B5EF4-FFF2-40B4-BE49-F238E27FC236}">
                <a16:creationId xmlns:a16="http://schemas.microsoft.com/office/drawing/2014/main" id="{BB74BB8A-7BAA-4A6E-9CC4-CB382C68DEEC}"/>
              </a:ext>
            </a:extLst>
          </p:cNvPr>
          <p:cNvSpPr>
            <a:spLocks noGrp="1"/>
          </p:cNvSpPr>
          <p:nvPr>
            <p:ph type="body" sz="quarter" idx="13"/>
          </p:nvPr>
        </p:nvSpPr>
        <p:spPr>
          <a:xfrm>
            <a:off x="1180346" y="645140"/>
            <a:ext cx="4023360" cy="486543"/>
          </a:xfrm>
        </p:spPr>
        <p:txBody>
          <a:bodyPr vert="horz" lIns="91440" tIns="45720" rIns="91440" bIns="45720" rtlCol="0">
            <a:noAutofit/>
          </a:bodyPr>
          <a:lstStyle/>
          <a:p>
            <a:r>
              <a:rPr lang="en-US" sz="4000" dirty="0">
                <a:solidFill>
                  <a:schemeClr val="tx1"/>
                </a:solidFill>
                <a:latin typeface="Calibri" panose="020F0502020204030204" pitchFamily="34" charset="0"/>
                <a:ea typeface="Calibri" panose="020F0502020204030204" pitchFamily="34" charset="0"/>
                <a:cs typeface="Calibri" panose="020F0502020204030204" pitchFamily="34" charset="0"/>
              </a:rPr>
              <a:t>OBJECTIVE</a:t>
            </a:r>
          </a:p>
        </p:txBody>
      </p:sp>
      <p:sp>
        <p:nvSpPr>
          <p:cNvPr id="26" name="Rectangle 25">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8130540" y="346791"/>
            <a:ext cx="146304"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28" name="Rectangle 27">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851648" y="4546920"/>
            <a:ext cx="402336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91201259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6" name="Group 15">
            <a:extLst>
              <a:ext uri="{FF2B5EF4-FFF2-40B4-BE49-F238E27FC236}">
                <a16:creationId xmlns:a16="http://schemas.microsoft.com/office/drawing/2014/main" id="{5EFBDE31-BB3E-6CFC-23CD-B5976DA3843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3362" cy="6858000"/>
            <a:chOff x="12068638" y="0"/>
            <a:chExt cx="123362" cy="6858000"/>
          </a:xfrm>
        </p:grpSpPr>
        <p:sp>
          <p:nvSpPr>
            <p:cNvPr id="17" name="Rectangle 16">
              <a:extLst>
                <a:ext uri="{FF2B5EF4-FFF2-40B4-BE49-F238E27FC236}">
                  <a16:creationId xmlns:a16="http://schemas.microsoft.com/office/drawing/2014/main" id="{180A60EC-72BB-121F-556A-E2837FD99A8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2068638" y="0"/>
              <a:ext cx="123362" cy="6858000"/>
            </a:xfrm>
            <a:prstGeom prst="rect">
              <a:avLst/>
            </a:prstGeom>
            <a:gradFill>
              <a:gsLst>
                <a:gs pos="0">
                  <a:schemeClr val="accent2"/>
                </a:gs>
                <a:gs pos="100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F91A2FAE-D41C-FF5D-B0A0-7808248EDC9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2068638" y="4139706"/>
              <a:ext cx="123362" cy="2718294"/>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8" name="Date Placeholder 7">
            <a:extLst>
              <a:ext uri="{FF2B5EF4-FFF2-40B4-BE49-F238E27FC236}">
                <a16:creationId xmlns:a16="http://schemas.microsoft.com/office/drawing/2014/main" id="{E9F303BF-0A3C-497A-B99B-BEA514C0269A}"/>
              </a:ext>
            </a:extLst>
          </p:cNvPr>
          <p:cNvSpPr>
            <a:spLocks noGrp="1"/>
          </p:cNvSpPr>
          <p:nvPr>
            <p:ph type="dt" sz="half" idx="2"/>
          </p:nvPr>
        </p:nvSpPr>
        <p:spPr>
          <a:xfrm>
            <a:off x="838200" y="6356350"/>
            <a:ext cx="2743200" cy="365125"/>
          </a:xfrm>
        </p:spPr>
        <p:txBody>
          <a:bodyPr vert="horz" lIns="91440" tIns="45720" rIns="91440" bIns="45720" rtlCol="0" anchor="ctr">
            <a:normAutofit/>
          </a:bodyPr>
          <a:lstStyle/>
          <a:p>
            <a:pPr>
              <a:spcAft>
                <a:spcPts val="600"/>
              </a:spcAft>
              <a:defRPr/>
            </a:pPr>
            <a:fld id="{BEE4C197-EFE5-4623-8631-61DB25EC0F85}" type="datetime1">
              <a:rPr lang="en-US" sz="1200">
                <a:solidFill>
                  <a:srgbClr val="FFFFFF"/>
                </a:solidFill>
                <a:latin typeface="Calibri" panose="020F0502020204030204"/>
              </a:rPr>
              <a:pPr>
                <a:spcAft>
                  <a:spcPts val="600"/>
                </a:spcAft>
                <a:defRPr/>
              </a:pPr>
              <a:t>1/8/2026</a:t>
            </a:fld>
            <a:endParaRPr lang="en-US" sz="1200">
              <a:solidFill>
                <a:srgbClr val="FFFFFF"/>
              </a:solidFill>
              <a:latin typeface="Calibri" panose="020F0502020204030204"/>
            </a:endParaRPr>
          </a:p>
        </p:txBody>
      </p:sp>
      <p:sp>
        <p:nvSpPr>
          <p:cNvPr id="9" name="Slide Number Placeholder 8">
            <a:extLst>
              <a:ext uri="{FF2B5EF4-FFF2-40B4-BE49-F238E27FC236}">
                <a16:creationId xmlns:a16="http://schemas.microsoft.com/office/drawing/2014/main" id="{9057E93D-BB39-4013-A843-780147924DB7}"/>
              </a:ext>
            </a:extLst>
          </p:cNvPr>
          <p:cNvSpPr>
            <a:spLocks noGrp="1"/>
          </p:cNvSpPr>
          <p:nvPr>
            <p:ph type="sldNum" sz="quarter" idx="4"/>
          </p:nvPr>
        </p:nvSpPr>
        <p:spPr>
          <a:xfrm>
            <a:off x="8610600" y="6356350"/>
            <a:ext cx="2743200" cy="365125"/>
          </a:xfrm>
        </p:spPr>
        <p:txBody>
          <a:bodyPr vert="horz" lIns="91440" tIns="45720" rIns="91440" bIns="45720" rtlCol="0" anchor="ctr">
            <a:normAutofit/>
          </a:bodyPr>
          <a:lstStyle/>
          <a:p>
            <a:pPr>
              <a:spcAft>
                <a:spcPts val="600"/>
              </a:spcAft>
              <a:defRPr/>
            </a:pPr>
            <a:fld id="{294A09A9-5501-47C1-A89A-A340965A2BE2}" type="slidenum">
              <a:rPr lang="en-US" sz="1200">
                <a:solidFill>
                  <a:schemeClr val="tx1">
                    <a:lumMod val="50000"/>
                    <a:lumOff val="50000"/>
                  </a:schemeClr>
                </a:solidFill>
                <a:latin typeface="Calibri" panose="020F0502020204030204"/>
                <a:cs typeface="+mn-cs"/>
              </a:rPr>
              <a:pPr>
                <a:spcAft>
                  <a:spcPts val="600"/>
                </a:spcAft>
                <a:defRPr/>
              </a:pPr>
              <a:t>5</a:t>
            </a:fld>
            <a:endParaRPr lang="en-US" sz="1200">
              <a:solidFill>
                <a:schemeClr val="tx1">
                  <a:lumMod val="50000"/>
                  <a:lumOff val="50000"/>
                </a:schemeClr>
              </a:solidFill>
              <a:latin typeface="Calibri" panose="020F0502020204030204"/>
              <a:cs typeface="+mn-cs"/>
            </a:endParaRPr>
          </a:p>
        </p:txBody>
      </p:sp>
      <p:pic>
        <p:nvPicPr>
          <p:cNvPr id="3" name="Picture 2">
            <a:extLst>
              <a:ext uri="{FF2B5EF4-FFF2-40B4-BE49-F238E27FC236}">
                <a16:creationId xmlns:a16="http://schemas.microsoft.com/office/drawing/2014/main" id="{17F641B7-E441-7D3C-AE92-FB4A1691799B}"/>
              </a:ext>
            </a:extLst>
          </p:cNvPr>
          <p:cNvPicPr>
            <a:picLocks noChangeAspect="1"/>
          </p:cNvPicPr>
          <p:nvPr/>
        </p:nvPicPr>
        <p:blipFill>
          <a:blip r:embed="rId2">
            <a:alphaModFix amt="70000"/>
          </a:blip>
          <a:stretch>
            <a:fillRect/>
          </a:stretch>
        </p:blipFill>
        <p:spPr>
          <a:xfrm>
            <a:off x="0" y="0"/>
            <a:ext cx="12192000" cy="6858000"/>
          </a:xfrm>
          <a:prstGeom prst="rect">
            <a:avLst/>
          </a:prstGeom>
        </p:spPr>
      </p:pic>
      <p:sp>
        <p:nvSpPr>
          <p:cNvPr id="7" name="Title 3">
            <a:extLst>
              <a:ext uri="{FF2B5EF4-FFF2-40B4-BE49-F238E27FC236}">
                <a16:creationId xmlns:a16="http://schemas.microsoft.com/office/drawing/2014/main" id="{07A371F5-EAAD-4ADC-8D3F-1CBB98D52839}"/>
              </a:ext>
            </a:extLst>
          </p:cNvPr>
          <p:cNvSpPr>
            <a:spLocks noGrp="1"/>
          </p:cNvSpPr>
          <p:nvPr>
            <p:ph type="title"/>
          </p:nvPr>
        </p:nvSpPr>
        <p:spPr>
          <a:xfrm>
            <a:off x="854075" y="122238"/>
            <a:ext cx="10499725" cy="1355725"/>
          </a:xfrm>
        </p:spPr>
        <p:txBody>
          <a:bodyPr vert="horz" lIns="91440" tIns="45720" rIns="91440" bIns="45720" rtlCol="0" anchor="b">
            <a:normAutofit/>
          </a:bodyPr>
          <a:lstStyle/>
          <a:p>
            <a:pPr algn="l"/>
            <a:r>
              <a:rPr lang="en-US" sz="4000" dirty="0">
                <a:solidFill>
                  <a:schemeClr val="tx1"/>
                </a:solidFill>
                <a:latin typeface="Calibri" panose="020F0502020204030204" pitchFamily="34" charset="0"/>
                <a:ea typeface="Calibri" panose="020F0502020204030204" pitchFamily="34" charset="0"/>
                <a:cs typeface="Calibri" panose="020F0502020204030204" pitchFamily="34" charset="0"/>
              </a:rPr>
              <a:t>TECHNOLOGY USED</a:t>
            </a:r>
          </a:p>
        </p:txBody>
      </p:sp>
      <p:sp>
        <p:nvSpPr>
          <p:cNvPr id="12" name="Content Placeholder 12">
            <a:extLst>
              <a:ext uri="{FF2B5EF4-FFF2-40B4-BE49-F238E27FC236}">
                <a16:creationId xmlns:a16="http://schemas.microsoft.com/office/drawing/2014/main" id="{F61CB444-89EE-C7C8-7EFC-A0FD871BC2FF}"/>
              </a:ext>
            </a:extLst>
          </p:cNvPr>
          <p:cNvSpPr txBox="1">
            <a:spLocks/>
          </p:cNvSpPr>
          <p:nvPr/>
        </p:nvSpPr>
        <p:spPr>
          <a:xfrm>
            <a:off x="1158724" y="1684923"/>
            <a:ext cx="9691643" cy="4115802"/>
          </a:xfrm>
          <a:prstGeom prst="rect">
            <a:avLst/>
          </a:prstGeom>
        </p:spPr>
        <p:txBody>
          <a:bodyPr vert="horz" lIns="91440" tIns="45720" rIns="91440" bIns="45720" rtlCol="0" anchor="t">
            <a:normAutofit/>
          </a:bodyPr>
          <a:lstStyle>
            <a:lvl1pPr marL="228600" indent="-228600" algn="l" defTabSz="914400" rtl="0" eaLnBrk="1" latinLnBrk="0" hangingPunct="1">
              <a:lnSpc>
                <a:spcPct val="15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90000"/>
              </a:lnSpc>
              <a:buFont typeface="Arial" panose="020B0604020202020204" pitchFamily="34" charset="0"/>
              <a:buNone/>
            </a:pPr>
            <a:r>
              <a:rPr lang="en-US" sz="2000" dirty="0">
                <a:latin typeface="Calibri" panose="020F0502020204030204" pitchFamily="34" charset="0"/>
                <a:ea typeface="Calibri" panose="020F0502020204030204" pitchFamily="34" charset="0"/>
                <a:cs typeface="Calibri" panose="020F0502020204030204" pitchFamily="34" charset="0"/>
              </a:rPr>
              <a:t>FRONTEND</a:t>
            </a:r>
          </a:p>
          <a:p>
            <a:pPr>
              <a:lnSpc>
                <a:spcPct val="90000"/>
              </a:lnSpc>
            </a:pPr>
            <a:endParaRPr lang="en-US" sz="2000" dirty="0">
              <a:latin typeface="Calibri" panose="020F0502020204030204" pitchFamily="34" charset="0"/>
              <a:ea typeface="Calibri" panose="020F0502020204030204" pitchFamily="34" charset="0"/>
              <a:cs typeface="Calibri" panose="020F0502020204030204" pitchFamily="34" charset="0"/>
            </a:endParaRPr>
          </a:p>
          <a:p>
            <a:pPr marL="0" indent="0" eaLnBrk="0" fontAlgn="base" hangingPunct="0">
              <a:lnSpc>
                <a:spcPct val="100000"/>
              </a:lnSpc>
              <a:spcBef>
                <a:spcPct val="0"/>
              </a:spcBef>
              <a:spcAft>
                <a:spcPct val="0"/>
              </a:spcAft>
              <a:buFontTx/>
              <a:buChar char="•"/>
            </a:pPr>
            <a:r>
              <a:rPr lang="en-US" altLang="en-US" sz="2000" dirty="0">
                <a:latin typeface="Calibri" panose="020F0502020204030204" pitchFamily="34" charset="0"/>
                <a:ea typeface="Calibri" panose="020F0502020204030204" pitchFamily="34" charset="0"/>
                <a:cs typeface="Calibri" panose="020F0502020204030204" pitchFamily="34" charset="0"/>
              </a:rPr>
              <a:t> Java swing is used for the frontend of the application.</a:t>
            </a:r>
          </a:p>
          <a:p>
            <a:pPr marL="0" indent="0" eaLnBrk="0" fontAlgn="base" hangingPunct="0">
              <a:lnSpc>
                <a:spcPct val="100000"/>
              </a:lnSpc>
              <a:spcBef>
                <a:spcPct val="0"/>
              </a:spcBef>
              <a:spcAft>
                <a:spcPct val="0"/>
              </a:spcAft>
              <a:buFont typeface="Arial" panose="020B0604020202020204" pitchFamily="34" charset="0"/>
              <a:buNone/>
            </a:pPr>
            <a:endParaRPr lang="en-US" altLang="en-US" sz="2000" dirty="0">
              <a:latin typeface="Calibri" panose="020F0502020204030204" pitchFamily="34" charset="0"/>
              <a:ea typeface="Calibri" panose="020F0502020204030204" pitchFamily="34" charset="0"/>
              <a:cs typeface="Calibri" panose="020F0502020204030204" pitchFamily="34" charset="0"/>
            </a:endParaRPr>
          </a:p>
          <a:p>
            <a:pPr marL="0" indent="0" eaLnBrk="0" fontAlgn="base" hangingPunct="0">
              <a:lnSpc>
                <a:spcPct val="100000"/>
              </a:lnSpc>
              <a:spcBef>
                <a:spcPct val="0"/>
              </a:spcBef>
              <a:spcAft>
                <a:spcPct val="0"/>
              </a:spcAft>
              <a:buFontTx/>
              <a:buChar char="•"/>
            </a:pPr>
            <a:r>
              <a:rPr lang="en-US" altLang="en-US" sz="2000" dirty="0">
                <a:latin typeface="Calibri" panose="020F0502020204030204" pitchFamily="34" charset="0"/>
                <a:ea typeface="Calibri" panose="020F0502020204030204" pitchFamily="34" charset="0"/>
                <a:cs typeface="Calibri" panose="020F0502020204030204" pitchFamily="34" charset="0"/>
              </a:rPr>
              <a:t>It provides a </a:t>
            </a:r>
            <a:r>
              <a:rPr lang="en-US" altLang="en-US" sz="2000" b="1" dirty="0">
                <a:latin typeface="Calibri" panose="020F0502020204030204" pitchFamily="34" charset="0"/>
                <a:ea typeface="Calibri" panose="020F0502020204030204" pitchFamily="34" charset="0"/>
                <a:cs typeface="Calibri" panose="020F0502020204030204" pitchFamily="34" charset="0"/>
              </a:rPr>
              <a:t>graphical user interface (GUI)</a:t>
            </a:r>
            <a:r>
              <a:rPr lang="en-US" altLang="en-US" sz="2000" dirty="0">
                <a:latin typeface="Calibri" panose="020F0502020204030204" pitchFamily="34" charset="0"/>
                <a:ea typeface="Calibri" panose="020F0502020204030204" pitchFamily="34" charset="0"/>
                <a:cs typeface="Calibri" panose="020F0502020204030204" pitchFamily="34" charset="0"/>
              </a:rPr>
              <a:t> for farmers.</a:t>
            </a:r>
          </a:p>
          <a:p>
            <a:pPr marL="0" indent="0" eaLnBrk="0" fontAlgn="base" hangingPunct="0">
              <a:lnSpc>
                <a:spcPct val="100000"/>
              </a:lnSpc>
              <a:spcBef>
                <a:spcPct val="0"/>
              </a:spcBef>
              <a:spcAft>
                <a:spcPct val="0"/>
              </a:spcAft>
              <a:buFont typeface="Arial" panose="020B0604020202020204" pitchFamily="34" charset="0"/>
              <a:buNone/>
            </a:pPr>
            <a:endParaRPr lang="en-US" altLang="en-US" sz="2000" dirty="0">
              <a:latin typeface="Calibri" panose="020F0502020204030204" pitchFamily="34" charset="0"/>
              <a:ea typeface="Calibri" panose="020F0502020204030204" pitchFamily="34" charset="0"/>
              <a:cs typeface="Calibri" panose="020F0502020204030204" pitchFamily="34" charset="0"/>
            </a:endParaRPr>
          </a:p>
          <a:p>
            <a:pPr marL="0" indent="0" eaLnBrk="0" fontAlgn="base" hangingPunct="0">
              <a:lnSpc>
                <a:spcPct val="100000"/>
              </a:lnSpc>
              <a:spcBef>
                <a:spcPct val="0"/>
              </a:spcBef>
              <a:spcAft>
                <a:spcPct val="0"/>
              </a:spcAft>
              <a:buFontTx/>
              <a:buChar char="•"/>
            </a:pPr>
            <a:r>
              <a:rPr lang="en-US" altLang="en-US" sz="2000" dirty="0">
                <a:latin typeface="Calibri" panose="020F0502020204030204" pitchFamily="34" charset="0"/>
                <a:ea typeface="Calibri" panose="020F0502020204030204" pitchFamily="34" charset="0"/>
                <a:cs typeface="Calibri" panose="020F0502020204030204" pitchFamily="34" charset="0"/>
              </a:rPr>
              <a:t>Screens include </a:t>
            </a:r>
            <a:r>
              <a:rPr lang="en-US" altLang="en-US" sz="2000" b="1" dirty="0">
                <a:latin typeface="Calibri" panose="020F0502020204030204" pitchFamily="34" charset="0"/>
                <a:ea typeface="Calibri" panose="020F0502020204030204" pitchFamily="34" charset="0"/>
                <a:cs typeface="Calibri" panose="020F0502020204030204" pitchFamily="34" charset="0"/>
              </a:rPr>
              <a:t>Registration, Login, Crop Advisory Form, and Result Page</a:t>
            </a:r>
            <a:r>
              <a:rPr lang="en-US" altLang="en-US" sz="2000" dirty="0">
                <a:latin typeface="Calibri" panose="020F0502020204030204" pitchFamily="34" charset="0"/>
                <a:ea typeface="Calibri" panose="020F0502020204030204" pitchFamily="34" charset="0"/>
                <a:cs typeface="Calibri" panose="020F0502020204030204" pitchFamily="34" charset="0"/>
              </a:rPr>
              <a:t>.</a:t>
            </a:r>
          </a:p>
          <a:p>
            <a:pPr marL="0" indent="0" eaLnBrk="0" fontAlgn="base" hangingPunct="0">
              <a:lnSpc>
                <a:spcPct val="100000"/>
              </a:lnSpc>
              <a:spcBef>
                <a:spcPct val="0"/>
              </a:spcBef>
              <a:spcAft>
                <a:spcPct val="0"/>
              </a:spcAft>
              <a:buFont typeface="Arial" panose="020B0604020202020204" pitchFamily="34" charset="0"/>
              <a:buNone/>
            </a:pPr>
            <a:endParaRPr lang="en-US" altLang="en-US" sz="2000" dirty="0">
              <a:latin typeface="Calibri" panose="020F0502020204030204" pitchFamily="34" charset="0"/>
              <a:ea typeface="Calibri" panose="020F0502020204030204" pitchFamily="34" charset="0"/>
              <a:cs typeface="Calibri" panose="020F0502020204030204" pitchFamily="34" charset="0"/>
            </a:endParaRPr>
          </a:p>
          <a:p>
            <a:pPr marL="0" indent="0" eaLnBrk="0" fontAlgn="base" hangingPunct="0">
              <a:lnSpc>
                <a:spcPct val="100000"/>
              </a:lnSpc>
              <a:spcBef>
                <a:spcPct val="0"/>
              </a:spcBef>
              <a:spcAft>
                <a:spcPct val="0"/>
              </a:spcAft>
              <a:buFontTx/>
              <a:buChar char="•"/>
            </a:pPr>
            <a:r>
              <a:rPr lang="en-US" altLang="en-US" sz="2000" dirty="0">
                <a:latin typeface="Calibri" panose="020F0502020204030204" pitchFamily="34" charset="0"/>
                <a:ea typeface="Calibri" panose="020F0502020204030204" pitchFamily="34" charset="0"/>
                <a:cs typeface="Calibri" panose="020F0502020204030204" pitchFamily="34" charset="0"/>
              </a:rPr>
              <a:t>Swing components like JFrame, </a:t>
            </a:r>
            <a:r>
              <a:rPr lang="en-US" altLang="en-US" sz="2000" dirty="0" err="1">
                <a:latin typeface="Calibri" panose="020F0502020204030204" pitchFamily="34" charset="0"/>
                <a:ea typeface="Calibri" panose="020F0502020204030204" pitchFamily="34" charset="0"/>
                <a:cs typeface="Calibri" panose="020F0502020204030204" pitchFamily="34" charset="0"/>
              </a:rPr>
              <a:t>JLabel</a:t>
            </a:r>
            <a:r>
              <a:rPr lang="en-US" altLang="en-US" sz="2000" dirty="0">
                <a:latin typeface="Calibri" panose="020F0502020204030204" pitchFamily="34" charset="0"/>
                <a:ea typeface="Calibri" panose="020F0502020204030204" pitchFamily="34" charset="0"/>
                <a:cs typeface="Calibri" panose="020F0502020204030204" pitchFamily="34" charset="0"/>
              </a:rPr>
              <a:t>, </a:t>
            </a:r>
            <a:r>
              <a:rPr lang="en-US" altLang="en-US" sz="2000" dirty="0" err="1">
                <a:latin typeface="Calibri" panose="020F0502020204030204" pitchFamily="34" charset="0"/>
                <a:ea typeface="Calibri" panose="020F0502020204030204" pitchFamily="34" charset="0"/>
                <a:cs typeface="Calibri" panose="020F0502020204030204" pitchFamily="34" charset="0"/>
              </a:rPr>
              <a:t>JTextField</a:t>
            </a:r>
            <a:r>
              <a:rPr lang="en-US" altLang="en-US" sz="2000" dirty="0">
                <a:latin typeface="Calibri" panose="020F0502020204030204" pitchFamily="34" charset="0"/>
                <a:ea typeface="Calibri" panose="020F0502020204030204" pitchFamily="34" charset="0"/>
                <a:cs typeface="Calibri" panose="020F0502020204030204" pitchFamily="34" charset="0"/>
              </a:rPr>
              <a:t>, </a:t>
            </a:r>
            <a:r>
              <a:rPr lang="en-US" altLang="en-US" sz="2000" dirty="0" err="1">
                <a:latin typeface="Calibri" panose="020F0502020204030204" pitchFamily="34" charset="0"/>
                <a:ea typeface="Calibri" panose="020F0502020204030204" pitchFamily="34" charset="0"/>
                <a:cs typeface="Calibri" panose="020F0502020204030204" pitchFamily="34" charset="0"/>
              </a:rPr>
              <a:t>JButton</a:t>
            </a:r>
            <a:r>
              <a:rPr lang="en-US" altLang="en-US" sz="2000" dirty="0">
                <a:latin typeface="Calibri" panose="020F0502020204030204" pitchFamily="34" charset="0"/>
                <a:ea typeface="Calibri" panose="020F0502020204030204" pitchFamily="34" charset="0"/>
                <a:cs typeface="Calibri" panose="020F0502020204030204" pitchFamily="34" charset="0"/>
              </a:rPr>
              <a:t>, and </a:t>
            </a:r>
            <a:r>
              <a:rPr lang="en-US" altLang="en-US" sz="2000" dirty="0" err="1">
                <a:latin typeface="Calibri" panose="020F0502020204030204" pitchFamily="34" charset="0"/>
                <a:ea typeface="Calibri" panose="020F0502020204030204" pitchFamily="34" charset="0"/>
                <a:cs typeface="Calibri" panose="020F0502020204030204" pitchFamily="34" charset="0"/>
              </a:rPr>
              <a:t>JComboBox</a:t>
            </a:r>
            <a:r>
              <a:rPr lang="en-US" altLang="en-US" sz="2000" dirty="0">
                <a:latin typeface="Calibri" panose="020F0502020204030204" pitchFamily="34" charset="0"/>
                <a:ea typeface="Calibri" panose="020F0502020204030204" pitchFamily="34" charset="0"/>
                <a:cs typeface="Calibri" panose="020F0502020204030204" pitchFamily="34" charset="0"/>
              </a:rPr>
              <a:t> are used.</a:t>
            </a:r>
          </a:p>
          <a:p>
            <a:pPr marL="0" indent="0" eaLnBrk="0" fontAlgn="base" hangingPunct="0">
              <a:lnSpc>
                <a:spcPct val="100000"/>
              </a:lnSpc>
              <a:spcBef>
                <a:spcPct val="0"/>
              </a:spcBef>
              <a:spcAft>
                <a:spcPct val="0"/>
              </a:spcAft>
              <a:buFont typeface="Arial" panose="020B0604020202020204" pitchFamily="34" charset="0"/>
              <a:buNone/>
            </a:pPr>
            <a:endParaRPr lang="en-US" altLang="en-US" sz="2000" dirty="0">
              <a:latin typeface="Calibri" panose="020F0502020204030204" pitchFamily="34" charset="0"/>
              <a:ea typeface="Calibri" panose="020F0502020204030204" pitchFamily="34" charset="0"/>
              <a:cs typeface="Calibri" panose="020F0502020204030204" pitchFamily="34" charset="0"/>
            </a:endParaRPr>
          </a:p>
          <a:p>
            <a:pPr marL="0" indent="0" eaLnBrk="0" fontAlgn="base" hangingPunct="0">
              <a:lnSpc>
                <a:spcPct val="100000"/>
              </a:lnSpc>
              <a:spcBef>
                <a:spcPct val="0"/>
              </a:spcBef>
              <a:spcAft>
                <a:spcPct val="0"/>
              </a:spcAft>
              <a:buFontTx/>
              <a:buChar char="•"/>
            </a:pPr>
            <a:r>
              <a:rPr lang="en-US" altLang="en-US" sz="2000" dirty="0">
                <a:latin typeface="Calibri" panose="020F0502020204030204" pitchFamily="34" charset="0"/>
                <a:ea typeface="Calibri" panose="020F0502020204030204" pitchFamily="34" charset="0"/>
                <a:cs typeface="Calibri" panose="020F0502020204030204" pitchFamily="34" charset="0"/>
              </a:rPr>
              <a:t>Helps create a simple and user-friendly interface for beginners.</a:t>
            </a:r>
          </a:p>
          <a:p>
            <a:pPr>
              <a:lnSpc>
                <a:spcPct val="90000"/>
              </a:lnSpc>
            </a:pPr>
            <a:endParaRPr lang="en-US" sz="20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52738693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8DDFF89-107B-EB98-4977-1CDB0147304A}"/>
            </a:ext>
          </a:extLst>
        </p:cNvPr>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8D634F8F-0DF8-1530-39B1-CABDCF29A8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3F1F7085-2884-801C-ADC8-191F98B085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5125019" y="0"/>
            <a:ext cx="7066978" cy="6858000"/>
          </a:xfrm>
          <a:prstGeom prst="rect">
            <a:avLst/>
          </a:prstGeom>
          <a:gradFill>
            <a:gsLst>
              <a:gs pos="48000">
                <a:schemeClr val="bg1"/>
              </a:gs>
              <a:gs pos="35000">
                <a:schemeClr val="bg1">
                  <a:alpha val="77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5" name="Picture 4">
            <a:extLst>
              <a:ext uri="{FF2B5EF4-FFF2-40B4-BE49-F238E27FC236}">
                <a16:creationId xmlns:a16="http://schemas.microsoft.com/office/drawing/2014/main" id="{B8F9CCAF-A006-5A6E-F79B-2EA41976A312}"/>
              </a:ext>
            </a:extLst>
          </p:cNvPr>
          <p:cNvPicPr>
            <a:picLocks noChangeAspect="1"/>
          </p:cNvPicPr>
          <p:nvPr/>
        </p:nvPicPr>
        <p:blipFill>
          <a:blip r:embed="rId2">
            <a:alphaModFix amt="50000"/>
          </a:blip>
          <a:stretch>
            <a:fillRect/>
          </a:stretch>
        </p:blipFill>
        <p:spPr>
          <a:xfrm>
            <a:off x="-1" y="0"/>
            <a:ext cx="12188951" cy="6858000"/>
          </a:xfrm>
          <a:prstGeom prst="rect">
            <a:avLst/>
          </a:prstGeom>
        </p:spPr>
      </p:pic>
      <p:sp>
        <p:nvSpPr>
          <p:cNvPr id="7" name="Title 1">
            <a:extLst>
              <a:ext uri="{FF2B5EF4-FFF2-40B4-BE49-F238E27FC236}">
                <a16:creationId xmlns:a16="http://schemas.microsoft.com/office/drawing/2014/main" id="{C2293B6F-2AD5-F3C9-7C81-CC7944CC749F}"/>
              </a:ext>
            </a:extLst>
          </p:cNvPr>
          <p:cNvSpPr txBox="1">
            <a:spLocks noChangeArrowheads="1"/>
          </p:cNvSpPr>
          <p:nvPr/>
        </p:nvSpPr>
        <p:spPr bwMode="auto">
          <a:xfrm>
            <a:off x="1285984" y="2426610"/>
            <a:ext cx="7521611" cy="2862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ctr" anchorCtr="0" compatLnSpc="1">
            <a:prstTxWarp prst="textNoShape">
              <a:avLst/>
            </a:prstTxWarp>
            <a:spAutoFit/>
          </a:bodyPr>
          <a:lstStyle>
            <a:lvl1pPr algn="l" defTabSz="914400" rtl="0" eaLnBrk="1" latinLnBrk="0" hangingPunct="1">
              <a:lnSpc>
                <a:spcPct val="90000"/>
              </a:lnSpc>
              <a:spcBef>
                <a:spcPct val="0"/>
              </a:spcBef>
              <a:buNone/>
              <a:defRPr lang="en-US" sz="4400" kern="1200">
                <a:solidFill>
                  <a:schemeClr val="accent2">
                    <a:lumMod val="50000"/>
                  </a:schemeClr>
                </a:solidFill>
                <a:latin typeface="+mj-lt"/>
                <a:ea typeface="+mn-ea"/>
                <a:cs typeface="+mn-cs"/>
              </a:defRPr>
            </a:lvl1pPr>
          </a:lstStyle>
          <a:p>
            <a:pPr marL="342900" indent="-342900" eaLnBrk="0" fontAlgn="base" hangingPunct="0">
              <a:lnSpc>
                <a:spcPct val="100000"/>
              </a:lnSpc>
              <a:spcAft>
                <a:spcPct val="0"/>
              </a:spcAft>
              <a:buFont typeface="Arial" panose="020B0604020202020204" pitchFamily="34" charset="0"/>
              <a:buChar char="•"/>
            </a:pPr>
            <a:r>
              <a:rPr lang="en-US" altLang="en-US" sz="2000" b="1" dirty="0">
                <a:solidFill>
                  <a:schemeClr val="tx1"/>
                </a:solidFill>
                <a:latin typeface="Arial" panose="020B0604020202020204" pitchFamily="34" charset="0"/>
              </a:rPr>
              <a:t>MySQL</a:t>
            </a:r>
            <a:r>
              <a:rPr lang="en-US" altLang="en-US" sz="2000" dirty="0">
                <a:solidFill>
                  <a:schemeClr val="tx1"/>
                </a:solidFill>
                <a:latin typeface="Arial" panose="020B0604020202020204" pitchFamily="34" charset="0"/>
              </a:rPr>
              <a:t> is used as the backend database.</a:t>
            </a:r>
            <a:br>
              <a:rPr lang="en-US" altLang="en-US" sz="2000" dirty="0">
                <a:solidFill>
                  <a:schemeClr val="tx1"/>
                </a:solidFill>
                <a:latin typeface="Arial" panose="020B0604020202020204" pitchFamily="34" charset="0"/>
              </a:rPr>
            </a:br>
            <a:endParaRPr lang="en-US" altLang="en-US" sz="2000" dirty="0">
              <a:solidFill>
                <a:schemeClr val="tx1"/>
              </a:solidFill>
              <a:latin typeface="Arial" panose="020B0604020202020204" pitchFamily="34" charset="0"/>
            </a:endParaRPr>
          </a:p>
          <a:p>
            <a:pPr eaLnBrk="0" fontAlgn="base" hangingPunct="0">
              <a:lnSpc>
                <a:spcPct val="100000"/>
              </a:lnSpc>
              <a:spcAft>
                <a:spcPct val="0"/>
              </a:spcAft>
              <a:buFontTx/>
              <a:buChar char="•"/>
            </a:pPr>
            <a:r>
              <a:rPr lang="en-US" altLang="en-US" sz="2000" dirty="0">
                <a:solidFill>
                  <a:schemeClr val="tx1"/>
                </a:solidFill>
                <a:latin typeface="Arial" panose="020B0604020202020204" pitchFamily="34" charset="0"/>
              </a:rPr>
              <a:t>    It stores farmer registration and login details securely.</a:t>
            </a:r>
            <a:br>
              <a:rPr lang="en-US" altLang="en-US" sz="2000" dirty="0">
                <a:solidFill>
                  <a:schemeClr val="tx1"/>
                </a:solidFill>
                <a:latin typeface="Arial" panose="020B0604020202020204" pitchFamily="34" charset="0"/>
              </a:rPr>
            </a:br>
            <a:endParaRPr lang="en-US" altLang="en-US" sz="2000" dirty="0">
              <a:solidFill>
                <a:schemeClr val="tx1"/>
              </a:solidFill>
              <a:latin typeface="Arial" panose="020B0604020202020204" pitchFamily="34" charset="0"/>
            </a:endParaRPr>
          </a:p>
          <a:p>
            <a:pPr eaLnBrk="0" fontAlgn="base" hangingPunct="0">
              <a:lnSpc>
                <a:spcPct val="100000"/>
              </a:lnSpc>
              <a:spcAft>
                <a:spcPct val="0"/>
              </a:spcAft>
              <a:buFontTx/>
              <a:buChar char="•"/>
            </a:pPr>
            <a:r>
              <a:rPr lang="en-US" altLang="en-US" sz="2000" dirty="0">
                <a:solidFill>
                  <a:schemeClr val="tx1"/>
                </a:solidFill>
                <a:latin typeface="Arial" panose="020B0604020202020204" pitchFamily="34" charset="0"/>
              </a:rPr>
              <a:t>    Database helps manage user data efficiently.</a:t>
            </a:r>
            <a:br>
              <a:rPr lang="en-US" altLang="en-US" sz="2000" dirty="0">
                <a:solidFill>
                  <a:schemeClr val="tx1"/>
                </a:solidFill>
                <a:latin typeface="Arial" panose="020B0604020202020204" pitchFamily="34" charset="0"/>
              </a:rPr>
            </a:br>
            <a:endParaRPr lang="en-US" altLang="en-US" sz="2000" dirty="0">
              <a:solidFill>
                <a:schemeClr val="tx1"/>
              </a:solidFill>
              <a:latin typeface="Arial" panose="020B0604020202020204" pitchFamily="34" charset="0"/>
            </a:endParaRPr>
          </a:p>
          <a:p>
            <a:pPr eaLnBrk="0" fontAlgn="base" hangingPunct="0">
              <a:lnSpc>
                <a:spcPct val="100000"/>
              </a:lnSpc>
              <a:spcAft>
                <a:spcPct val="0"/>
              </a:spcAft>
              <a:buFontTx/>
              <a:buChar char="•"/>
            </a:pPr>
            <a:r>
              <a:rPr lang="en-US" altLang="en-US" sz="2000" dirty="0">
                <a:solidFill>
                  <a:schemeClr val="tx1"/>
                </a:solidFill>
                <a:latin typeface="Arial" panose="020B0604020202020204" pitchFamily="34" charset="0"/>
              </a:rPr>
              <a:t>    Ensures data persistence even after the application is closed.</a:t>
            </a:r>
            <a:br>
              <a:rPr lang="en-US" altLang="en-US" sz="2000" dirty="0">
                <a:solidFill>
                  <a:schemeClr val="tx1"/>
                </a:solidFill>
                <a:latin typeface="Arial" panose="020B0604020202020204" pitchFamily="34" charset="0"/>
              </a:rPr>
            </a:br>
            <a:endParaRPr lang="en-US" altLang="en-US" sz="2000" dirty="0">
              <a:solidFill>
                <a:schemeClr val="tx1"/>
              </a:solidFill>
              <a:latin typeface="Arial" panose="020B0604020202020204" pitchFamily="34" charset="0"/>
            </a:endParaRPr>
          </a:p>
          <a:p>
            <a:pPr eaLnBrk="0" fontAlgn="base" hangingPunct="0">
              <a:lnSpc>
                <a:spcPct val="100000"/>
              </a:lnSpc>
              <a:spcAft>
                <a:spcPct val="0"/>
              </a:spcAft>
              <a:buFontTx/>
              <a:buChar char="•"/>
            </a:pPr>
            <a:r>
              <a:rPr lang="en-US" altLang="en-US" sz="2000" dirty="0">
                <a:solidFill>
                  <a:schemeClr val="tx1"/>
                </a:solidFill>
                <a:latin typeface="Arial" panose="020B0604020202020204" pitchFamily="34" charset="0"/>
              </a:rPr>
              <a:t>    Makes the system reliable and structured.</a:t>
            </a:r>
          </a:p>
        </p:txBody>
      </p:sp>
      <p:sp>
        <p:nvSpPr>
          <p:cNvPr id="11" name="Text Placeholder 8">
            <a:extLst>
              <a:ext uri="{FF2B5EF4-FFF2-40B4-BE49-F238E27FC236}">
                <a16:creationId xmlns:a16="http://schemas.microsoft.com/office/drawing/2014/main" id="{EAF54DBD-A475-5B63-3C79-3AD28DEB0A99}"/>
              </a:ext>
            </a:extLst>
          </p:cNvPr>
          <p:cNvSpPr txBox="1">
            <a:spLocks/>
          </p:cNvSpPr>
          <p:nvPr/>
        </p:nvSpPr>
        <p:spPr>
          <a:xfrm>
            <a:off x="1285984" y="1029954"/>
            <a:ext cx="5432730" cy="539114"/>
          </a:xfrm>
          <a:prstGeom prst="rect">
            <a:avLst/>
          </a:prstGeom>
          <a:noFill/>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8800" kern="1200">
                <a:solidFill>
                  <a:schemeClr val="bg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4800" dirty="0">
                <a:solidFill>
                  <a:schemeClr val="tx1"/>
                </a:solidFill>
                <a:latin typeface="Calibri" panose="020F0502020204030204" pitchFamily="34" charset="0"/>
                <a:ea typeface="Calibri" panose="020F0502020204030204" pitchFamily="34" charset="0"/>
                <a:cs typeface="Calibri" panose="020F0502020204030204" pitchFamily="34" charset="0"/>
              </a:rPr>
              <a:t>TECHNOLOGY USED</a:t>
            </a:r>
          </a:p>
        </p:txBody>
      </p:sp>
      <p:sp>
        <p:nvSpPr>
          <p:cNvPr id="12" name="TextBox 11">
            <a:extLst>
              <a:ext uri="{FF2B5EF4-FFF2-40B4-BE49-F238E27FC236}">
                <a16:creationId xmlns:a16="http://schemas.microsoft.com/office/drawing/2014/main" id="{1608B904-FD3C-94F5-EC8A-A01EE32076C8}"/>
              </a:ext>
            </a:extLst>
          </p:cNvPr>
          <p:cNvSpPr txBox="1"/>
          <p:nvPr/>
        </p:nvSpPr>
        <p:spPr>
          <a:xfrm>
            <a:off x="1387847" y="1813382"/>
            <a:ext cx="1386470" cy="461665"/>
          </a:xfrm>
          <a:prstGeom prst="rect">
            <a:avLst/>
          </a:prstGeom>
          <a:noFill/>
        </p:spPr>
        <p:txBody>
          <a:bodyPr wrap="none" rtlCol="0">
            <a:spAutoFit/>
          </a:bodyPr>
          <a:lstStyle/>
          <a:p>
            <a:r>
              <a:rPr lang="en-US" sz="2400" dirty="0">
                <a:latin typeface="Calibri" panose="020F0502020204030204" pitchFamily="34" charset="0"/>
                <a:ea typeface="Calibri" panose="020F0502020204030204" pitchFamily="34" charset="0"/>
                <a:cs typeface="Calibri" panose="020F0502020204030204" pitchFamily="34" charset="0"/>
              </a:rPr>
              <a:t>BACKEND</a:t>
            </a:r>
            <a:endParaRPr lang="en-IN" sz="24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7406629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E5E98AD-2A92-B286-77EF-399C1178515B}"/>
            </a:ext>
          </a:extLst>
        </p:cNvPr>
        <p:cNvGrpSpPr/>
        <p:nvPr/>
      </p:nvGrpSpPr>
      <p:grpSpPr>
        <a:xfrm>
          <a:off x="0" y="0"/>
          <a:ext cx="0" cy="0"/>
          <a:chOff x="0" y="0"/>
          <a:chExt cx="0" cy="0"/>
        </a:xfrm>
      </p:grpSpPr>
      <p:grpSp>
        <p:nvGrpSpPr>
          <p:cNvPr id="16" name="Group 15">
            <a:extLst>
              <a:ext uri="{FF2B5EF4-FFF2-40B4-BE49-F238E27FC236}">
                <a16:creationId xmlns:a16="http://schemas.microsoft.com/office/drawing/2014/main" id="{237162DC-1DDB-B287-EC12-CDCD8C2F243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3362" cy="6858000"/>
            <a:chOff x="12068638" y="0"/>
            <a:chExt cx="123362" cy="6858000"/>
          </a:xfrm>
        </p:grpSpPr>
        <p:sp>
          <p:nvSpPr>
            <p:cNvPr id="17" name="Rectangle 16">
              <a:extLst>
                <a:ext uri="{FF2B5EF4-FFF2-40B4-BE49-F238E27FC236}">
                  <a16:creationId xmlns:a16="http://schemas.microsoft.com/office/drawing/2014/main" id="{2345B3ED-3185-E435-BBC7-6F6E6CFB172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2068638" y="0"/>
              <a:ext cx="123362" cy="6858000"/>
            </a:xfrm>
            <a:prstGeom prst="rect">
              <a:avLst/>
            </a:prstGeom>
            <a:gradFill>
              <a:gsLst>
                <a:gs pos="0">
                  <a:schemeClr val="accent2"/>
                </a:gs>
                <a:gs pos="100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716715DD-39AD-C5EE-79D0-DDE0BF631F9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2068638" y="4139706"/>
              <a:ext cx="123362" cy="2718294"/>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8" name="Date Placeholder 7">
            <a:extLst>
              <a:ext uri="{FF2B5EF4-FFF2-40B4-BE49-F238E27FC236}">
                <a16:creationId xmlns:a16="http://schemas.microsoft.com/office/drawing/2014/main" id="{D9F42D2A-A0B0-60D3-BCE7-666478F0091A}"/>
              </a:ext>
            </a:extLst>
          </p:cNvPr>
          <p:cNvSpPr>
            <a:spLocks noGrp="1"/>
          </p:cNvSpPr>
          <p:nvPr>
            <p:ph type="dt" sz="half" idx="2"/>
          </p:nvPr>
        </p:nvSpPr>
        <p:spPr>
          <a:xfrm>
            <a:off x="838200" y="6356350"/>
            <a:ext cx="2743200" cy="365125"/>
          </a:xfrm>
        </p:spPr>
        <p:txBody>
          <a:bodyPr vert="horz" lIns="91440" tIns="45720" rIns="91440" bIns="45720" rtlCol="0" anchor="ctr">
            <a:normAutofit/>
          </a:bodyPr>
          <a:lstStyle/>
          <a:p>
            <a:pPr>
              <a:spcAft>
                <a:spcPts val="600"/>
              </a:spcAft>
              <a:defRPr/>
            </a:pPr>
            <a:fld id="{BEE4C197-EFE5-4623-8631-61DB25EC0F85}" type="datetime1">
              <a:rPr lang="en-US" sz="1200">
                <a:solidFill>
                  <a:srgbClr val="FFFFFF"/>
                </a:solidFill>
                <a:latin typeface="Calibri" panose="020F0502020204030204"/>
              </a:rPr>
              <a:pPr>
                <a:spcAft>
                  <a:spcPts val="600"/>
                </a:spcAft>
                <a:defRPr/>
              </a:pPr>
              <a:t>1/8/2026</a:t>
            </a:fld>
            <a:endParaRPr lang="en-US" sz="1200">
              <a:solidFill>
                <a:srgbClr val="FFFFFF"/>
              </a:solidFill>
              <a:latin typeface="Calibri" panose="020F0502020204030204"/>
            </a:endParaRPr>
          </a:p>
        </p:txBody>
      </p:sp>
      <p:sp>
        <p:nvSpPr>
          <p:cNvPr id="9" name="Slide Number Placeholder 8">
            <a:extLst>
              <a:ext uri="{FF2B5EF4-FFF2-40B4-BE49-F238E27FC236}">
                <a16:creationId xmlns:a16="http://schemas.microsoft.com/office/drawing/2014/main" id="{9F1CE85F-0B3D-B887-E7DF-3326DFA2CFC2}"/>
              </a:ext>
            </a:extLst>
          </p:cNvPr>
          <p:cNvSpPr>
            <a:spLocks noGrp="1"/>
          </p:cNvSpPr>
          <p:nvPr>
            <p:ph type="sldNum" sz="quarter" idx="4"/>
          </p:nvPr>
        </p:nvSpPr>
        <p:spPr>
          <a:xfrm>
            <a:off x="8610600" y="6356350"/>
            <a:ext cx="2743200" cy="365125"/>
          </a:xfrm>
        </p:spPr>
        <p:txBody>
          <a:bodyPr vert="horz" lIns="91440" tIns="45720" rIns="91440" bIns="45720" rtlCol="0" anchor="ctr">
            <a:normAutofit/>
          </a:bodyPr>
          <a:lstStyle/>
          <a:p>
            <a:pPr>
              <a:spcAft>
                <a:spcPts val="600"/>
              </a:spcAft>
              <a:defRPr/>
            </a:pPr>
            <a:fld id="{294A09A9-5501-47C1-A89A-A340965A2BE2}" type="slidenum">
              <a:rPr lang="en-US" sz="1200">
                <a:solidFill>
                  <a:schemeClr val="tx1">
                    <a:lumMod val="50000"/>
                    <a:lumOff val="50000"/>
                  </a:schemeClr>
                </a:solidFill>
                <a:latin typeface="Calibri" panose="020F0502020204030204"/>
                <a:cs typeface="+mn-cs"/>
              </a:rPr>
              <a:pPr>
                <a:spcAft>
                  <a:spcPts val="600"/>
                </a:spcAft>
                <a:defRPr/>
              </a:pPr>
              <a:t>7</a:t>
            </a:fld>
            <a:endParaRPr lang="en-US" sz="1200">
              <a:solidFill>
                <a:schemeClr val="tx1">
                  <a:lumMod val="50000"/>
                  <a:lumOff val="50000"/>
                </a:schemeClr>
              </a:solidFill>
              <a:latin typeface="Calibri" panose="020F0502020204030204"/>
              <a:cs typeface="+mn-cs"/>
            </a:endParaRPr>
          </a:p>
        </p:txBody>
      </p:sp>
      <p:pic>
        <p:nvPicPr>
          <p:cNvPr id="3" name="Picture 2">
            <a:extLst>
              <a:ext uri="{FF2B5EF4-FFF2-40B4-BE49-F238E27FC236}">
                <a16:creationId xmlns:a16="http://schemas.microsoft.com/office/drawing/2014/main" id="{712FA184-2251-4D1C-56FF-67FA1E212899}"/>
              </a:ext>
            </a:extLst>
          </p:cNvPr>
          <p:cNvPicPr>
            <a:picLocks noChangeAspect="1"/>
          </p:cNvPicPr>
          <p:nvPr/>
        </p:nvPicPr>
        <p:blipFill>
          <a:blip r:embed="rId2">
            <a:alphaModFix amt="70000"/>
          </a:blip>
          <a:stretch>
            <a:fillRect/>
          </a:stretch>
        </p:blipFill>
        <p:spPr>
          <a:xfrm>
            <a:off x="0" y="0"/>
            <a:ext cx="12192000" cy="6858000"/>
          </a:xfrm>
          <a:prstGeom prst="rect">
            <a:avLst/>
          </a:prstGeom>
        </p:spPr>
      </p:pic>
      <p:pic>
        <p:nvPicPr>
          <p:cNvPr id="10" name="Content Placeholder 9">
            <a:extLst>
              <a:ext uri="{FF2B5EF4-FFF2-40B4-BE49-F238E27FC236}">
                <a16:creationId xmlns:a16="http://schemas.microsoft.com/office/drawing/2014/main" id="{7AD1EB3D-221C-5D99-C5ED-56E80618C3A0}"/>
              </a:ext>
            </a:extLst>
          </p:cNvPr>
          <p:cNvPicPr>
            <a:picLocks noGrp="1" noChangeAspect="1"/>
          </p:cNvPicPr>
          <p:nvPr>
            <p:ph sz="quarter" idx="11"/>
          </p:nvPr>
        </p:nvPicPr>
        <p:blipFill>
          <a:blip r:embed="rId3"/>
          <a:stretch>
            <a:fillRect/>
          </a:stretch>
        </p:blipFill>
        <p:spPr>
          <a:xfrm>
            <a:off x="1778927" y="1371421"/>
            <a:ext cx="9882473" cy="4115157"/>
          </a:xfrm>
          <a:prstGeom prst="rect">
            <a:avLst/>
          </a:prstGeom>
        </p:spPr>
      </p:pic>
      <p:sp>
        <p:nvSpPr>
          <p:cNvPr id="14" name="Title 3">
            <a:extLst>
              <a:ext uri="{FF2B5EF4-FFF2-40B4-BE49-F238E27FC236}">
                <a16:creationId xmlns:a16="http://schemas.microsoft.com/office/drawing/2014/main" id="{6D18ACAB-9D08-1E9E-58D1-3627D327E23A}"/>
              </a:ext>
            </a:extLst>
          </p:cNvPr>
          <p:cNvSpPr>
            <a:spLocks noGrp="1"/>
          </p:cNvSpPr>
          <p:nvPr>
            <p:ph type="title"/>
          </p:nvPr>
        </p:nvSpPr>
        <p:spPr>
          <a:xfrm>
            <a:off x="854075" y="122238"/>
            <a:ext cx="10499725" cy="1355725"/>
          </a:xfrm>
        </p:spPr>
        <p:txBody>
          <a:bodyPr vert="horz" lIns="91440" tIns="45720" rIns="91440" bIns="45720" rtlCol="0" anchor="b">
            <a:normAutofit/>
          </a:bodyPr>
          <a:lstStyle/>
          <a:p>
            <a:pPr algn="l"/>
            <a:r>
              <a:rPr lang="en-IN" sz="4000" dirty="0">
                <a:solidFill>
                  <a:schemeClr val="tx1"/>
                </a:solidFill>
                <a:latin typeface="Calibri" panose="020F0502020204030204" pitchFamily="34" charset="0"/>
                <a:ea typeface="Calibri" panose="020F0502020204030204" pitchFamily="34" charset="0"/>
                <a:cs typeface="Calibri" panose="020F0502020204030204" pitchFamily="34" charset="0"/>
              </a:rPr>
              <a:t>Programming &amp; Connectivity</a:t>
            </a:r>
            <a:endParaRPr lang="en-US" sz="4000"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8541670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738CCF7-DF70-A3E6-A321-E87C97917C47}"/>
            </a:ext>
          </a:extLst>
        </p:cNvPr>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E1D285A9-182C-14DA-F136-EBB0431E5C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96368B70-764B-CCF1-F891-CF7F5F2B67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5125019" y="0"/>
            <a:ext cx="7066978" cy="6858000"/>
          </a:xfrm>
          <a:prstGeom prst="rect">
            <a:avLst/>
          </a:prstGeom>
          <a:gradFill>
            <a:gsLst>
              <a:gs pos="48000">
                <a:schemeClr val="bg1"/>
              </a:gs>
              <a:gs pos="35000">
                <a:schemeClr val="bg1">
                  <a:alpha val="77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 name="Picture 3">
            <a:extLst>
              <a:ext uri="{FF2B5EF4-FFF2-40B4-BE49-F238E27FC236}">
                <a16:creationId xmlns:a16="http://schemas.microsoft.com/office/drawing/2014/main" id="{C16E967D-676D-CD24-B5AE-7EC77DF7DED8}"/>
              </a:ext>
            </a:extLst>
          </p:cNvPr>
          <p:cNvPicPr>
            <a:picLocks noChangeAspect="1"/>
          </p:cNvPicPr>
          <p:nvPr/>
        </p:nvPicPr>
        <p:blipFill>
          <a:blip r:embed="rId2">
            <a:alphaModFix amt="70000"/>
          </a:blip>
          <a:stretch>
            <a:fillRect/>
          </a:stretch>
        </p:blipFill>
        <p:spPr>
          <a:xfrm>
            <a:off x="10845" y="-1"/>
            <a:ext cx="12178106" cy="6850185"/>
          </a:xfrm>
          <a:prstGeom prst="rect">
            <a:avLst/>
          </a:prstGeom>
        </p:spPr>
      </p:pic>
      <p:sp>
        <p:nvSpPr>
          <p:cNvPr id="7" name="Text Placeholder 8">
            <a:extLst>
              <a:ext uri="{FF2B5EF4-FFF2-40B4-BE49-F238E27FC236}">
                <a16:creationId xmlns:a16="http://schemas.microsoft.com/office/drawing/2014/main" id="{3A215C17-00B1-7E8F-23FD-4896FE899095}"/>
              </a:ext>
            </a:extLst>
          </p:cNvPr>
          <p:cNvSpPr>
            <a:spLocks noGrp="1"/>
          </p:cNvSpPr>
          <p:nvPr>
            <p:ph type="body" sz="quarter" idx="13"/>
          </p:nvPr>
        </p:nvSpPr>
        <p:spPr>
          <a:xfrm>
            <a:off x="845170" y="528914"/>
            <a:ext cx="9551159" cy="1111250"/>
          </a:xfrm>
          <a:noFill/>
        </p:spPr>
        <p:txBody>
          <a:bodyPr vert="horz" lIns="91440" tIns="45720" rIns="91440" bIns="45720" rtlCol="0">
            <a:noAutofit/>
          </a:bodyPr>
          <a:lstStyle/>
          <a:p>
            <a:r>
              <a:rPr lang="en-US" sz="4800" dirty="0">
                <a:solidFill>
                  <a:schemeClr val="tx1"/>
                </a:solidFill>
                <a:latin typeface="Calibri" panose="020F0502020204030204" pitchFamily="34" charset="0"/>
                <a:ea typeface="Calibri" panose="020F0502020204030204" pitchFamily="34" charset="0"/>
                <a:cs typeface="Calibri" panose="020F0502020204030204" pitchFamily="34" charset="0"/>
              </a:rPr>
              <a:t>Development Tools &amp; Architecture</a:t>
            </a:r>
          </a:p>
        </p:txBody>
      </p:sp>
      <p:sp>
        <p:nvSpPr>
          <p:cNvPr id="10" name="Title 1">
            <a:extLst>
              <a:ext uri="{FF2B5EF4-FFF2-40B4-BE49-F238E27FC236}">
                <a16:creationId xmlns:a16="http://schemas.microsoft.com/office/drawing/2014/main" id="{F76F7525-DCE2-EC2D-0CF8-D09D48EF9406}"/>
              </a:ext>
            </a:extLst>
          </p:cNvPr>
          <p:cNvSpPr>
            <a:spLocks noGrp="1" noChangeArrowheads="1"/>
          </p:cNvSpPr>
          <p:nvPr>
            <p:ph type="title"/>
          </p:nvPr>
        </p:nvSpPr>
        <p:spPr bwMode="auto">
          <a:xfrm>
            <a:off x="1883949" y="2873651"/>
            <a:ext cx="6675437" cy="655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342900" lvl="0" indent="-342900" eaLnBrk="0" fontAlgn="base" hangingPunct="0">
              <a:lnSpc>
                <a:spcPct val="100000"/>
              </a:lnSpc>
              <a:spcAft>
                <a:spcPct val="0"/>
              </a:spcAft>
              <a:buFont typeface="Arial" panose="020B0604020202020204" pitchFamily="34" charset="0"/>
              <a:buChar char="•"/>
            </a:pPr>
            <a:r>
              <a:rPr lang="en-US" sz="2000" b="1" dirty="0">
                <a:solidFill>
                  <a:schemeClr val="tx1">
                    <a:lumMod val="95000"/>
                    <a:lumOff val="5000"/>
                  </a:schemeClr>
                </a:solidFill>
                <a:latin typeface="Calibri" panose="020F0502020204030204" pitchFamily="34" charset="0"/>
                <a:ea typeface="Calibri" panose="020F0502020204030204" pitchFamily="34" charset="0"/>
                <a:cs typeface="Calibri" panose="020F0502020204030204" pitchFamily="34" charset="0"/>
              </a:rPr>
              <a:t>Eclipse IDE</a:t>
            </a:r>
            <a:r>
              <a:rPr lang="en-US" sz="2000" dirty="0">
                <a:solidFill>
                  <a:schemeClr val="tx1">
                    <a:lumMod val="95000"/>
                    <a:lumOff val="5000"/>
                  </a:schemeClr>
                </a:solidFill>
                <a:latin typeface="Calibri" panose="020F0502020204030204" pitchFamily="34" charset="0"/>
                <a:ea typeface="Calibri" panose="020F0502020204030204" pitchFamily="34" charset="0"/>
                <a:cs typeface="Calibri" panose="020F0502020204030204" pitchFamily="34" charset="0"/>
              </a:rPr>
              <a:t> is used for coding, debugging, and running the project.</a:t>
            </a:r>
            <a:br>
              <a:rPr kumimoji="0" lang="en-US" altLang="en-US" sz="2000" b="0" i="0" u="none" strike="noStrike" cap="none" normalizeH="0" baseline="0" dirty="0">
                <a:ln>
                  <a:noFill/>
                </a:ln>
                <a:solidFill>
                  <a:schemeClr val="tx1">
                    <a:lumMod val="95000"/>
                    <a:lumOff val="5000"/>
                  </a:schemeClr>
                </a:solidFill>
                <a:effectLst/>
                <a:latin typeface="Calibri" panose="020F0502020204030204" pitchFamily="34" charset="0"/>
                <a:ea typeface="Calibri" panose="020F0502020204030204" pitchFamily="34" charset="0"/>
                <a:cs typeface="Calibri" panose="020F0502020204030204" pitchFamily="34" charset="0"/>
              </a:rPr>
            </a:br>
            <a:endParaRPr kumimoji="0" lang="en-US" altLang="en-US" sz="2000" b="0" i="0" u="none" strike="noStrike" cap="none" normalizeH="0" baseline="0" dirty="0">
              <a:ln>
                <a:noFill/>
              </a:ln>
              <a:solidFill>
                <a:schemeClr val="tx1">
                  <a:lumMod val="95000"/>
                  <a:lumOff val="5000"/>
                </a:schemeClr>
              </a:solidFill>
              <a:effectLst/>
              <a:latin typeface="Calibri" panose="020F0502020204030204" pitchFamily="34" charset="0"/>
              <a:ea typeface="Calibri" panose="020F0502020204030204" pitchFamily="34" charset="0"/>
              <a:cs typeface="Calibri" panose="020F0502020204030204" pitchFamily="34" charset="0"/>
            </a:endParaRPr>
          </a:p>
          <a:p>
            <a:pPr lvl="0" eaLnBrk="0" fontAlgn="base" hangingPunct="0">
              <a:lnSpc>
                <a:spcPct val="100000"/>
              </a:lnSpc>
              <a:spcAft>
                <a:spcPct val="0"/>
              </a:spcAft>
              <a:buFontTx/>
              <a:buChar char="•"/>
            </a:pPr>
            <a:r>
              <a:rPr kumimoji="0" lang="en-US" altLang="en-US" sz="2000" b="0" i="0" u="none" strike="noStrike" cap="none" normalizeH="0" baseline="0" dirty="0">
                <a:ln>
                  <a:noFill/>
                </a:ln>
                <a:solidFill>
                  <a:schemeClr val="tx1">
                    <a:lumMod val="95000"/>
                    <a:lumOff val="5000"/>
                  </a:schemeClr>
                </a:solidFill>
                <a:effectLst/>
                <a:latin typeface="Calibri" panose="020F0502020204030204" pitchFamily="34" charset="0"/>
                <a:ea typeface="Calibri" panose="020F0502020204030204" pitchFamily="34" charset="0"/>
                <a:cs typeface="Calibri" panose="020F0502020204030204" pitchFamily="34" charset="0"/>
              </a:rPr>
              <a:t>    </a:t>
            </a:r>
            <a:r>
              <a:rPr lang="en-US" sz="2000" b="1" dirty="0">
                <a:solidFill>
                  <a:schemeClr val="tx1">
                    <a:lumMod val="95000"/>
                    <a:lumOff val="5000"/>
                  </a:schemeClr>
                </a:solidFill>
                <a:latin typeface="Calibri" panose="020F0502020204030204" pitchFamily="34" charset="0"/>
                <a:ea typeface="Calibri" panose="020F0502020204030204" pitchFamily="34" charset="0"/>
                <a:cs typeface="Calibri" panose="020F0502020204030204" pitchFamily="34" charset="0"/>
              </a:rPr>
              <a:t>MySQL Workbench</a:t>
            </a:r>
            <a:r>
              <a:rPr lang="en-US" sz="2000" dirty="0">
                <a:solidFill>
                  <a:schemeClr val="tx1">
                    <a:lumMod val="95000"/>
                    <a:lumOff val="5000"/>
                  </a:schemeClr>
                </a:solidFill>
                <a:latin typeface="Calibri" panose="020F0502020204030204" pitchFamily="34" charset="0"/>
                <a:ea typeface="Calibri" panose="020F0502020204030204" pitchFamily="34" charset="0"/>
                <a:cs typeface="Calibri" panose="020F0502020204030204" pitchFamily="34" charset="0"/>
              </a:rPr>
              <a:t> is used to create and manage database tables.</a:t>
            </a:r>
            <a:br>
              <a:rPr kumimoji="0" lang="en-US" altLang="en-US" sz="2000" b="0" i="0" u="none" strike="noStrike" cap="none" normalizeH="0" baseline="0" dirty="0">
                <a:ln>
                  <a:noFill/>
                </a:ln>
                <a:solidFill>
                  <a:schemeClr val="tx1">
                    <a:lumMod val="95000"/>
                    <a:lumOff val="5000"/>
                  </a:schemeClr>
                </a:solidFill>
                <a:effectLst/>
                <a:latin typeface="Calibri" panose="020F0502020204030204" pitchFamily="34" charset="0"/>
                <a:ea typeface="Calibri" panose="020F0502020204030204" pitchFamily="34" charset="0"/>
                <a:cs typeface="Calibri" panose="020F0502020204030204" pitchFamily="34" charset="0"/>
              </a:rPr>
            </a:br>
            <a:endParaRPr kumimoji="0" lang="en-US" altLang="en-US" sz="2000" b="0" i="0" u="none" strike="noStrike" cap="none" normalizeH="0" baseline="0" dirty="0">
              <a:ln>
                <a:noFill/>
              </a:ln>
              <a:solidFill>
                <a:schemeClr val="tx1">
                  <a:lumMod val="95000"/>
                  <a:lumOff val="5000"/>
                </a:schemeClr>
              </a:solidFill>
              <a:effectLst/>
              <a:latin typeface="Calibri" panose="020F0502020204030204" pitchFamily="34" charset="0"/>
              <a:ea typeface="Calibri" panose="020F0502020204030204" pitchFamily="34" charset="0"/>
              <a:cs typeface="Calibri" panose="020F0502020204030204" pitchFamily="34" charset="0"/>
            </a:endParaRPr>
          </a:p>
          <a:p>
            <a:pPr lvl="0" eaLnBrk="0" fontAlgn="base" hangingPunct="0">
              <a:lnSpc>
                <a:spcPct val="100000"/>
              </a:lnSpc>
              <a:spcAft>
                <a:spcPct val="0"/>
              </a:spcAft>
              <a:buFontTx/>
              <a:buChar char="•"/>
            </a:pPr>
            <a:r>
              <a:rPr kumimoji="0" lang="en-US" altLang="en-US" sz="2000" b="0" i="0" u="none" strike="noStrike" cap="none" normalizeH="0" baseline="0" dirty="0">
                <a:ln>
                  <a:noFill/>
                </a:ln>
                <a:solidFill>
                  <a:schemeClr val="tx1">
                    <a:lumMod val="95000"/>
                    <a:lumOff val="5000"/>
                  </a:schemeClr>
                </a:solidFill>
                <a:effectLst/>
                <a:latin typeface="Calibri" panose="020F0502020204030204" pitchFamily="34" charset="0"/>
                <a:ea typeface="Calibri" panose="020F0502020204030204" pitchFamily="34" charset="0"/>
                <a:cs typeface="Calibri" panose="020F0502020204030204" pitchFamily="34" charset="0"/>
              </a:rPr>
              <a:t>    </a:t>
            </a:r>
            <a:r>
              <a:rPr lang="en-US" sz="2000" dirty="0">
                <a:solidFill>
                  <a:schemeClr val="tx1">
                    <a:lumMod val="95000"/>
                    <a:lumOff val="5000"/>
                  </a:schemeClr>
                </a:solidFill>
                <a:latin typeface="Calibri" panose="020F0502020204030204" pitchFamily="34" charset="0"/>
                <a:ea typeface="Calibri" panose="020F0502020204030204" pitchFamily="34" charset="0"/>
                <a:cs typeface="Calibri" panose="020F0502020204030204" pitchFamily="34" charset="0"/>
              </a:rPr>
              <a:t>The system follows a </a:t>
            </a:r>
            <a:r>
              <a:rPr lang="en-US" sz="2000" b="1" dirty="0">
                <a:solidFill>
                  <a:schemeClr val="tx1">
                    <a:lumMod val="95000"/>
                    <a:lumOff val="5000"/>
                  </a:schemeClr>
                </a:solidFill>
                <a:latin typeface="Calibri" panose="020F0502020204030204" pitchFamily="34" charset="0"/>
                <a:ea typeface="Calibri" panose="020F0502020204030204" pitchFamily="34" charset="0"/>
                <a:cs typeface="Calibri" panose="020F0502020204030204" pitchFamily="34" charset="0"/>
              </a:rPr>
              <a:t>simple layered architecture</a:t>
            </a:r>
            <a:r>
              <a:rPr lang="en-US" sz="2000" dirty="0">
                <a:solidFill>
                  <a:schemeClr val="tx1">
                    <a:lumMod val="95000"/>
                    <a:lumOff val="5000"/>
                  </a:schemeClr>
                </a:solidFill>
                <a:latin typeface="Calibri" panose="020F0502020204030204" pitchFamily="34" charset="0"/>
                <a:ea typeface="Calibri" panose="020F0502020204030204" pitchFamily="34" charset="0"/>
                <a:cs typeface="Calibri" panose="020F0502020204030204" pitchFamily="34" charset="0"/>
              </a:rPr>
              <a:t>.</a:t>
            </a:r>
            <a:br>
              <a:rPr kumimoji="0" lang="en-US" altLang="en-US" sz="2000" b="0" i="0" u="none" strike="noStrike" cap="none" normalizeH="0" baseline="0" dirty="0">
                <a:ln>
                  <a:noFill/>
                </a:ln>
                <a:solidFill>
                  <a:schemeClr val="tx1">
                    <a:lumMod val="95000"/>
                    <a:lumOff val="5000"/>
                  </a:schemeClr>
                </a:solidFill>
                <a:effectLst/>
                <a:latin typeface="Calibri" panose="020F0502020204030204" pitchFamily="34" charset="0"/>
                <a:ea typeface="Calibri" panose="020F0502020204030204" pitchFamily="34" charset="0"/>
                <a:cs typeface="Calibri" panose="020F0502020204030204" pitchFamily="34" charset="0"/>
              </a:rPr>
            </a:br>
            <a:endParaRPr kumimoji="0" lang="en-US" altLang="en-US" sz="2000" b="0" i="0" u="none" strike="noStrike" cap="none" normalizeH="0" baseline="0" dirty="0">
              <a:ln>
                <a:noFill/>
              </a:ln>
              <a:solidFill>
                <a:schemeClr val="tx1">
                  <a:lumMod val="95000"/>
                  <a:lumOff val="5000"/>
                </a:schemeClr>
              </a:solidFill>
              <a:effectLst/>
              <a:latin typeface="Calibri" panose="020F0502020204030204" pitchFamily="34" charset="0"/>
              <a:ea typeface="Calibri" panose="020F0502020204030204" pitchFamily="34" charset="0"/>
              <a:cs typeface="Calibri" panose="020F0502020204030204" pitchFamily="34" charset="0"/>
            </a:endParaRPr>
          </a:p>
          <a:p>
            <a:pPr lvl="0" eaLnBrk="0" fontAlgn="base" hangingPunct="0">
              <a:lnSpc>
                <a:spcPct val="100000"/>
              </a:lnSpc>
              <a:spcAft>
                <a:spcPct val="0"/>
              </a:spcAft>
              <a:buFontTx/>
              <a:buChar char="•"/>
            </a:pPr>
            <a:r>
              <a:rPr kumimoji="0" lang="en-US" altLang="en-US" sz="2000" b="0" i="0" u="none" strike="noStrike" cap="none" normalizeH="0" baseline="0" dirty="0">
                <a:ln>
                  <a:noFill/>
                </a:ln>
                <a:solidFill>
                  <a:schemeClr val="tx1">
                    <a:lumMod val="95000"/>
                    <a:lumOff val="5000"/>
                  </a:schemeClr>
                </a:solidFill>
                <a:effectLst/>
                <a:latin typeface="Calibri" panose="020F0502020204030204" pitchFamily="34" charset="0"/>
                <a:ea typeface="Calibri" panose="020F0502020204030204" pitchFamily="34" charset="0"/>
                <a:cs typeface="Calibri" panose="020F0502020204030204" pitchFamily="34" charset="0"/>
              </a:rPr>
              <a:t>     </a:t>
            </a:r>
            <a:r>
              <a:rPr lang="en-IN" sz="2000" dirty="0">
                <a:solidFill>
                  <a:schemeClr val="tx1">
                    <a:lumMod val="95000"/>
                    <a:lumOff val="5000"/>
                  </a:schemeClr>
                </a:solidFill>
                <a:latin typeface="Calibri" panose="020F0502020204030204" pitchFamily="34" charset="0"/>
                <a:ea typeface="Calibri" panose="020F0502020204030204" pitchFamily="34" charset="0"/>
                <a:cs typeface="Calibri" panose="020F0502020204030204" pitchFamily="34" charset="0"/>
              </a:rPr>
              <a:t>Separates user interface, logic, and database handling.</a:t>
            </a:r>
            <a:br>
              <a:rPr kumimoji="0" lang="en-US" altLang="en-US" sz="2000" b="0" i="0" u="none" strike="noStrike" cap="none" normalizeH="0" baseline="0" dirty="0">
                <a:ln>
                  <a:noFill/>
                </a:ln>
                <a:solidFill>
                  <a:schemeClr val="tx1">
                    <a:lumMod val="95000"/>
                    <a:lumOff val="5000"/>
                  </a:schemeClr>
                </a:solidFill>
                <a:effectLst/>
                <a:latin typeface="Calibri" panose="020F0502020204030204" pitchFamily="34" charset="0"/>
                <a:ea typeface="Calibri" panose="020F0502020204030204" pitchFamily="34" charset="0"/>
                <a:cs typeface="Calibri" panose="020F0502020204030204" pitchFamily="34" charset="0"/>
              </a:rPr>
            </a:br>
            <a:endParaRPr kumimoji="0" lang="en-US" altLang="en-US" sz="2000" b="0" i="0" u="none" strike="noStrike" cap="none" normalizeH="0" baseline="0" dirty="0">
              <a:ln>
                <a:noFill/>
              </a:ln>
              <a:solidFill>
                <a:schemeClr val="tx1">
                  <a:lumMod val="95000"/>
                  <a:lumOff val="5000"/>
                </a:schemeClr>
              </a:solidFill>
              <a:effectLst/>
              <a:latin typeface="Calibri" panose="020F0502020204030204" pitchFamily="34" charset="0"/>
              <a:ea typeface="Calibri" panose="020F0502020204030204" pitchFamily="34" charset="0"/>
              <a:cs typeface="Calibri" panose="020F0502020204030204" pitchFamily="34" charset="0"/>
            </a:endParaRPr>
          </a:p>
          <a:p>
            <a:pPr lvl="0" eaLnBrk="0" fontAlgn="base" hangingPunct="0">
              <a:lnSpc>
                <a:spcPct val="100000"/>
              </a:lnSpc>
              <a:spcAft>
                <a:spcPct val="0"/>
              </a:spcAft>
              <a:buFontTx/>
              <a:buChar char="•"/>
            </a:pPr>
            <a:r>
              <a:rPr kumimoji="0" lang="en-US" altLang="en-US" sz="2000" b="0" i="0" u="none" strike="noStrike" cap="none" normalizeH="0" baseline="0" dirty="0">
                <a:ln>
                  <a:noFill/>
                </a:ln>
                <a:solidFill>
                  <a:schemeClr val="tx1">
                    <a:lumMod val="95000"/>
                    <a:lumOff val="5000"/>
                  </a:schemeClr>
                </a:solidFill>
                <a:effectLst/>
                <a:latin typeface="Calibri" panose="020F0502020204030204" pitchFamily="34" charset="0"/>
                <a:ea typeface="Calibri" panose="020F0502020204030204" pitchFamily="34" charset="0"/>
                <a:cs typeface="Calibri" panose="020F0502020204030204" pitchFamily="34" charset="0"/>
              </a:rPr>
              <a:t>    </a:t>
            </a:r>
            <a:r>
              <a:rPr lang="en-US" altLang="en-US" sz="2000" dirty="0">
                <a:solidFill>
                  <a:schemeClr val="tx1">
                    <a:lumMod val="95000"/>
                    <a:lumOff val="5000"/>
                  </a:schemeClr>
                </a:solidFill>
                <a:latin typeface="Calibri" panose="020F0502020204030204" pitchFamily="34" charset="0"/>
                <a:ea typeface="Calibri" panose="020F0502020204030204" pitchFamily="34" charset="0"/>
                <a:cs typeface="Calibri" panose="020F0502020204030204" pitchFamily="34" charset="0"/>
              </a:rPr>
              <a:t> </a:t>
            </a:r>
            <a:r>
              <a:rPr lang="en-US" sz="2000" dirty="0">
                <a:solidFill>
                  <a:schemeClr val="tx1">
                    <a:lumMod val="95000"/>
                    <a:lumOff val="5000"/>
                  </a:schemeClr>
                </a:solidFill>
                <a:latin typeface="Calibri" panose="020F0502020204030204" pitchFamily="34" charset="0"/>
                <a:ea typeface="Calibri" panose="020F0502020204030204" pitchFamily="34" charset="0"/>
                <a:cs typeface="Calibri" panose="020F0502020204030204" pitchFamily="34" charset="0"/>
              </a:rPr>
              <a:t>Improves maintainability and understanding of the project.</a:t>
            </a:r>
            <a:endParaRPr kumimoji="0" lang="en-US" altLang="en-US" sz="2000" b="0" i="0" u="none" strike="noStrike" cap="none" normalizeH="0" baseline="0" dirty="0">
              <a:ln>
                <a:noFill/>
              </a:ln>
              <a:solidFill>
                <a:schemeClr val="tx1">
                  <a:lumMod val="95000"/>
                  <a:lumOff val="5000"/>
                </a:schemeClr>
              </a:solidFill>
              <a:effectLst/>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31411879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0A04719-8E08-F17D-DE52-CEA58E78F36E}"/>
            </a:ext>
          </a:extLst>
        </p:cNvPr>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502C2D5B-092B-F7C2-2CDA-E757843928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E8A3BF62-010D-E914-14E5-7368B955DE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5125019" y="0"/>
            <a:ext cx="7066978" cy="6858000"/>
          </a:xfrm>
          <a:prstGeom prst="rect">
            <a:avLst/>
          </a:prstGeom>
          <a:gradFill>
            <a:gsLst>
              <a:gs pos="48000">
                <a:schemeClr val="bg1"/>
              </a:gs>
              <a:gs pos="35000">
                <a:schemeClr val="bg1">
                  <a:alpha val="77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Text Placeholder 8">
            <a:extLst>
              <a:ext uri="{FF2B5EF4-FFF2-40B4-BE49-F238E27FC236}">
                <a16:creationId xmlns:a16="http://schemas.microsoft.com/office/drawing/2014/main" id="{C59FF660-E7E8-8529-8E04-207AD691803A}"/>
              </a:ext>
            </a:extLst>
          </p:cNvPr>
          <p:cNvSpPr>
            <a:spLocks noGrp="1"/>
          </p:cNvSpPr>
          <p:nvPr>
            <p:ph type="body" sz="quarter" idx="13"/>
          </p:nvPr>
        </p:nvSpPr>
        <p:spPr>
          <a:xfrm>
            <a:off x="1007827" y="559255"/>
            <a:ext cx="9517712" cy="980149"/>
          </a:xfrm>
          <a:noFill/>
        </p:spPr>
        <p:txBody>
          <a:bodyPr vert="horz" lIns="91440" tIns="45720" rIns="91440" bIns="45720" rtlCol="0">
            <a:noAutofit/>
          </a:bodyPr>
          <a:lstStyle/>
          <a:p>
            <a:r>
              <a:rPr lang="en-US" sz="4800" dirty="0">
                <a:solidFill>
                  <a:schemeClr val="tx1"/>
                </a:solidFill>
                <a:latin typeface="Calibri" panose="020F0502020204030204" pitchFamily="34" charset="0"/>
                <a:ea typeface="Calibri" panose="020F0502020204030204" pitchFamily="34" charset="0"/>
                <a:cs typeface="Calibri" panose="020F0502020204030204" pitchFamily="34" charset="0"/>
              </a:rPr>
              <a:t>OUTPUT</a:t>
            </a:r>
          </a:p>
        </p:txBody>
      </p:sp>
      <p:sp>
        <p:nvSpPr>
          <p:cNvPr id="2" name="Title 1">
            <a:extLst>
              <a:ext uri="{FF2B5EF4-FFF2-40B4-BE49-F238E27FC236}">
                <a16:creationId xmlns:a16="http://schemas.microsoft.com/office/drawing/2014/main" id="{5B3D0C23-5777-1E69-B9F5-C8FC9434DB25}"/>
              </a:ext>
            </a:extLst>
          </p:cNvPr>
          <p:cNvSpPr>
            <a:spLocks noGrp="1" noChangeArrowheads="1"/>
          </p:cNvSpPr>
          <p:nvPr>
            <p:ph type="title"/>
          </p:nvPr>
        </p:nvSpPr>
        <p:spPr bwMode="auto">
          <a:xfrm>
            <a:off x="1632569" y="3329765"/>
            <a:ext cx="53091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342900" lvl="0" indent="-342900" eaLnBrk="0" fontAlgn="base" hangingPunct="0">
              <a:lnSpc>
                <a:spcPct val="100000"/>
              </a:lnSpc>
              <a:spcAft>
                <a:spcPct val="0"/>
              </a:spcAft>
              <a:buFont typeface="Arial" panose="020B0604020202020204" pitchFamily="34" charset="0"/>
              <a:buChar char="•"/>
            </a:pPr>
            <a:endParaRPr kumimoji="0" lang="en-US" altLang="en-US" sz="2000" b="0" i="0" u="none" strike="noStrike" cap="none" normalizeH="0" baseline="0" dirty="0">
              <a:ln>
                <a:noFill/>
              </a:ln>
              <a:solidFill>
                <a:schemeClr val="tx1">
                  <a:lumMod val="95000"/>
                  <a:lumOff val="5000"/>
                </a:schemeClr>
              </a:solidFill>
              <a:effectLst/>
              <a:latin typeface="Calibri" panose="020F0502020204030204" pitchFamily="34" charset="0"/>
              <a:ea typeface="Calibri" panose="020F0502020204030204" pitchFamily="34" charset="0"/>
              <a:cs typeface="Calibri" panose="020F0502020204030204" pitchFamily="34" charset="0"/>
            </a:endParaRPr>
          </a:p>
        </p:txBody>
      </p:sp>
      <p:pic>
        <p:nvPicPr>
          <p:cNvPr id="4" name="Picture 3">
            <a:extLst>
              <a:ext uri="{FF2B5EF4-FFF2-40B4-BE49-F238E27FC236}">
                <a16:creationId xmlns:a16="http://schemas.microsoft.com/office/drawing/2014/main" id="{2A1350A4-FD27-DEE9-3C2F-9BA3BB81A711}"/>
              </a:ext>
            </a:extLst>
          </p:cNvPr>
          <p:cNvPicPr>
            <a:picLocks noChangeAspect="1"/>
          </p:cNvPicPr>
          <p:nvPr/>
        </p:nvPicPr>
        <p:blipFill>
          <a:blip r:embed="rId2"/>
          <a:stretch>
            <a:fillRect/>
          </a:stretch>
        </p:blipFill>
        <p:spPr>
          <a:xfrm>
            <a:off x="902785" y="1376623"/>
            <a:ext cx="10525539" cy="5260731"/>
          </a:xfrm>
          <a:prstGeom prst="rect">
            <a:avLst/>
          </a:prstGeom>
        </p:spPr>
      </p:pic>
    </p:spTree>
    <p:extLst>
      <p:ext uri="{BB962C8B-B14F-4D97-AF65-F5344CB8AC3E}">
        <p14:creationId xmlns:p14="http://schemas.microsoft.com/office/powerpoint/2010/main" val="384412819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4ADACE4-8424-39D7-D6BE-20F7D8053706}"/>
            </a:ext>
          </a:extLst>
        </p:cNvPr>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816BC8D1-7669-2435-AF98-987B1979477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1D02ECF4-3711-2922-A027-B07E963AB9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5125019" y="0"/>
            <a:ext cx="7066978" cy="6858000"/>
          </a:xfrm>
          <a:prstGeom prst="rect">
            <a:avLst/>
          </a:prstGeom>
          <a:gradFill>
            <a:gsLst>
              <a:gs pos="48000">
                <a:schemeClr val="bg1"/>
              </a:gs>
              <a:gs pos="35000">
                <a:schemeClr val="bg1">
                  <a:alpha val="77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Text Placeholder 8">
            <a:extLst>
              <a:ext uri="{FF2B5EF4-FFF2-40B4-BE49-F238E27FC236}">
                <a16:creationId xmlns:a16="http://schemas.microsoft.com/office/drawing/2014/main" id="{DFBC3128-A3F4-DC8D-D0D4-174CC591F166}"/>
              </a:ext>
            </a:extLst>
          </p:cNvPr>
          <p:cNvSpPr>
            <a:spLocks noGrp="1"/>
          </p:cNvSpPr>
          <p:nvPr>
            <p:ph type="body" sz="quarter" idx="13"/>
          </p:nvPr>
        </p:nvSpPr>
        <p:spPr>
          <a:xfrm>
            <a:off x="1007827" y="559255"/>
            <a:ext cx="9517712" cy="980149"/>
          </a:xfrm>
          <a:noFill/>
        </p:spPr>
        <p:txBody>
          <a:bodyPr vert="horz" lIns="91440" tIns="45720" rIns="91440" bIns="45720" rtlCol="0">
            <a:noAutofit/>
          </a:bodyPr>
          <a:lstStyle/>
          <a:p>
            <a:r>
              <a:rPr lang="en-US" sz="4800" dirty="0">
                <a:solidFill>
                  <a:schemeClr val="tx1"/>
                </a:solidFill>
                <a:latin typeface="Calibri" panose="020F0502020204030204" pitchFamily="34" charset="0"/>
                <a:ea typeface="Calibri" panose="020F0502020204030204" pitchFamily="34" charset="0"/>
                <a:cs typeface="Calibri" panose="020F0502020204030204" pitchFamily="34" charset="0"/>
              </a:rPr>
              <a:t>OUTPUT</a:t>
            </a:r>
          </a:p>
        </p:txBody>
      </p:sp>
      <p:sp>
        <p:nvSpPr>
          <p:cNvPr id="2" name="Title 1">
            <a:extLst>
              <a:ext uri="{FF2B5EF4-FFF2-40B4-BE49-F238E27FC236}">
                <a16:creationId xmlns:a16="http://schemas.microsoft.com/office/drawing/2014/main" id="{9F50E832-C022-65F1-F8CC-05C443EA7294}"/>
              </a:ext>
            </a:extLst>
          </p:cNvPr>
          <p:cNvSpPr>
            <a:spLocks noGrp="1" noChangeArrowheads="1"/>
          </p:cNvSpPr>
          <p:nvPr>
            <p:ph type="title"/>
          </p:nvPr>
        </p:nvSpPr>
        <p:spPr bwMode="auto">
          <a:xfrm>
            <a:off x="1632569" y="3329765"/>
            <a:ext cx="53091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342900" lvl="0" indent="-342900" eaLnBrk="0" fontAlgn="base" hangingPunct="0">
              <a:lnSpc>
                <a:spcPct val="100000"/>
              </a:lnSpc>
              <a:spcAft>
                <a:spcPct val="0"/>
              </a:spcAft>
              <a:buFont typeface="Arial" panose="020B0604020202020204" pitchFamily="34" charset="0"/>
              <a:buChar char="•"/>
            </a:pPr>
            <a:endParaRPr kumimoji="0" lang="en-US" altLang="en-US" sz="2000" b="0" i="0" u="none" strike="noStrike" cap="none" normalizeH="0" baseline="0" dirty="0">
              <a:ln>
                <a:noFill/>
              </a:ln>
              <a:solidFill>
                <a:schemeClr val="tx1">
                  <a:lumMod val="95000"/>
                  <a:lumOff val="5000"/>
                </a:schemeClr>
              </a:solidFill>
              <a:effectLst/>
              <a:latin typeface="Calibri" panose="020F0502020204030204" pitchFamily="34" charset="0"/>
              <a:ea typeface="Calibri" panose="020F0502020204030204" pitchFamily="34" charset="0"/>
              <a:cs typeface="Calibri" panose="020F0502020204030204" pitchFamily="34" charset="0"/>
            </a:endParaRPr>
          </a:p>
        </p:txBody>
      </p:sp>
      <p:pic>
        <p:nvPicPr>
          <p:cNvPr id="5" name="Picture 4">
            <a:extLst>
              <a:ext uri="{FF2B5EF4-FFF2-40B4-BE49-F238E27FC236}">
                <a16:creationId xmlns:a16="http://schemas.microsoft.com/office/drawing/2014/main" id="{B814A39D-09A4-9792-9AE5-B988C053DCF5}"/>
              </a:ext>
            </a:extLst>
          </p:cNvPr>
          <p:cNvPicPr>
            <a:picLocks noChangeAspect="1"/>
          </p:cNvPicPr>
          <p:nvPr/>
        </p:nvPicPr>
        <p:blipFill>
          <a:blip r:embed="rId2"/>
          <a:stretch>
            <a:fillRect/>
          </a:stretch>
        </p:blipFill>
        <p:spPr>
          <a:xfrm>
            <a:off x="1095270" y="1266092"/>
            <a:ext cx="10661301" cy="5401408"/>
          </a:xfrm>
          <a:prstGeom prst="rect">
            <a:avLst/>
          </a:prstGeom>
        </p:spPr>
      </p:pic>
    </p:spTree>
    <p:extLst>
      <p:ext uri="{BB962C8B-B14F-4D97-AF65-F5344CB8AC3E}">
        <p14:creationId xmlns:p14="http://schemas.microsoft.com/office/powerpoint/2010/main" val="259667236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5ECD191-04F4-B51E-517E-DFFD9F0E5251}"/>
            </a:ext>
          </a:extLst>
        </p:cNvPr>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F3B4A2B9-A49B-568A-CDD8-4814197B91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4981327D-E9E4-EEB1-9F01-2C7976779A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5125019" y="0"/>
            <a:ext cx="7066978" cy="6858000"/>
          </a:xfrm>
          <a:prstGeom prst="rect">
            <a:avLst/>
          </a:prstGeom>
          <a:gradFill>
            <a:gsLst>
              <a:gs pos="48000">
                <a:schemeClr val="bg1"/>
              </a:gs>
              <a:gs pos="35000">
                <a:schemeClr val="bg1">
                  <a:alpha val="77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Text Placeholder 8">
            <a:extLst>
              <a:ext uri="{FF2B5EF4-FFF2-40B4-BE49-F238E27FC236}">
                <a16:creationId xmlns:a16="http://schemas.microsoft.com/office/drawing/2014/main" id="{7EDCB737-500E-E9A8-0669-043C9A5698DA}"/>
              </a:ext>
            </a:extLst>
          </p:cNvPr>
          <p:cNvSpPr>
            <a:spLocks noGrp="1"/>
          </p:cNvSpPr>
          <p:nvPr>
            <p:ph type="body" sz="quarter" idx="13"/>
          </p:nvPr>
        </p:nvSpPr>
        <p:spPr>
          <a:xfrm>
            <a:off x="1007827" y="559255"/>
            <a:ext cx="9517712" cy="980149"/>
          </a:xfrm>
          <a:noFill/>
        </p:spPr>
        <p:txBody>
          <a:bodyPr vert="horz" lIns="91440" tIns="45720" rIns="91440" bIns="45720" rtlCol="0">
            <a:noAutofit/>
          </a:bodyPr>
          <a:lstStyle/>
          <a:p>
            <a:r>
              <a:rPr lang="en-US" sz="4800" dirty="0">
                <a:solidFill>
                  <a:schemeClr val="tx1"/>
                </a:solidFill>
                <a:latin typeface="Calibri" panose="020F0502020204030204" pitchFamily="34" charset="0"/>
                <a:ea typeface="Calibri" panose="020F0502020204030204" pitchFamily="34" charset="0"/>
                <a:cs typeface="Calibri" panose="020F0502020204030204" pitchFamily="34" charset="0"/>
              </a:rPr>
              <a:t>OUTPUT</a:t>
            </a:r>
          </a:p>
        </p:txBody>
      </p:sp>
      <p:pic>
        <p:nvPicPr>
          <p:cNvPr id="4" name="Picture 3">
            <a:extLst>
              <a:ext uri="{FF2B5EF4-FFF2-40B4-BE49-F238E27FC236}">
                <a16:creationId xmlns:a16="http://schemas.microsoft.com/office/drawing/2014/main" id="{8491E4F5-8F12-5FF9-2F25-EC5D03702D65}"/>
              </a:ext>
            </a:extLst>
          </p:cNvPr>
          <p:cNvPicPr>
            <a:picLocks noChangeAspect="1"/>
          </p:cNvPicPr>
          <p:nvPr/>
        </p:nvPicPr>
        <p:blipFill>
          <a:blip r:embed="rId2"/>
          <a:stretch>
            <a:fillRect/>
          </a:stretch>
        </p:blipFill>
        <p:spPr>
          <a:xfrm>
            <a:off x="795792" y="1389707"/>
            <a:ext cx="9941782" cy="4909038"/>
          </a:xfrm>
          <a:prstGeom prst="rect">
            <a:avLst/>
          </a:prstGeom>
        </p:spPr>
      </p:pic>
    </p:spTree>
    <p:extLst>
      <p:ext uri="{BB962C8B-B14F-4D97-AF65-F5344CB8AC3E}">
        <p14:creationId xmlns:p14="http://schemas.microsoft.com/office/powerpoint/2010/main" val="403926023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0F84AAF-89B2-6098-2B46-F9946AD1B754}"/>
            </a:ext>
          </a:extLst>
        </p:cNvPr>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4F2EA6B4-1C7C-4DE5-1BCB-A16F48E53C7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8D15AC18-E876-740C-FBFF-D512BB7BA9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5125019" y="0"/>
            <a:ext cx="7066978" cy="6858000"/>
          </a:xfrm>
          <a:prstGeom prst="rect">
            <a:avLst/>
          </a:prstGeom>
          <a:gradFill>
            <a:gsLst>
              <a:gs pos="48000">
                <a:schemeClr val="bg1"/>
              </a:gs>
              <a:gs pos="35000">
                <a:schemeClr val="bg1">
                  <a:alpha val="77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Text Placeholder 8">
            <a:extLst>
              <a:ext uri="{FF2B5EF4-FFF2-40B4-BE49-F238E27FC236}">
                <a16:creationId xmlns:a16="http://schemas.microsoft.com/office/drawing/2014/main" id="{98128462-4C05-3885-61B7-7FD0BE1C7B4E}"/>
              </a:ext>
            </a:extLst>
          </p:cNvPr>
          <p:cNvSpPr>
            <a:spLocks noGrp="1"/>
          </p:cNvSpPr>
          <p:nvPr>
            <p:ph type="body" sz="quarter" idx="13"/>
          </p:nvPr>
        </p:nvSpPr>
        <p:spPr>
          <a:xfrm>
            <a:off x="1007827" y="559255"/>
            <a:ext cx="9517712" cy="980149"/>
          </a:xfrm>
          <a:noFill/>
        </p:spPr>
        <p:txBody>
          <a:bodyPr vert="horz" lIns="91440" tIns="45720" rIns="91440" bIns="45720" rtlCol="0">
            <a:noAutofit/>
          </a:bodyPr>
          <a:lstStyle/>
          <a:p>
            <a:r>
              <a:rPr lang="en-US" sz="4800" dirty="0">
                <a:solidFill>
                  <a:schemeClr val="tx1"/>
                </a:solidFill>
                <a:latin typeface="Calibri" panose="020F0502020204030204" pitchFamily="34" charset="0"/>
                <a:ea typeface="Calibri" panose="020F0502020204030204" pitchFamily="34" charset="0"/>
                <a:cs typeface="Calibri" panose="020F0502020204030204" pitchFamily="34" charset="0"/>
              </a:rPr>
              <a:t>OUTPUT</a:t>
            </a:r>
          </a:p>
        </p:txBody>
      </p:sp>
      <p:sp>
        <p:nvSpPr>
          <p:cNvPr id="2" name="Title 1">
            <a:extLst>
              <a:ext uri="{FF2B5EF4-FFF2-40B4-BE49-F238E27FC236}">
                <a16:creationId xmlns:a16="http://schemas.microsoft.com/office/drawing/2014/main" id="{AFFA35B1-E970-35EE-DE73-D748C961DD3B}"/>
              </a:ext>
            </a:extLst>
          </p:cNvPr>
          <p:cNvSpPr>
            <a:spLocks noGrp="1" noChangeArrowheads="1"/>
          </p:cNvSpPr>
          <p:nvPr>
            <p:ph type="title"/>
          </p:nvPr>
        </p:nvSpPr>
        <p:spPr bwMode="auto">
          <a:xfrm>
            <a:off x="1632569" y="3329765"/>
            <a:ext cx="53091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342900" lvl="0" indent="-342900" eaLnBrk="0" fontAlgn="base" hangingPunct="0">
              <a:lnSpc>
                <a:spcPct val="100000"/>
              </a:lnSpc>
              <a:spcAft>
                <a:spcPct val="0"/>
              </a:spcAft>
              <a:buFont typeface="Arial" panose="020B0604020202020204" pitchFamily="34" charset="0"/>
              <a:buChar char="•"/>
            </a:pPr>
            <a:endParaRPr kumimoji="0" lang="en-US" altLang="en-US" sz="2000" b="0" i="0" u="none" strike="noStrike" cap="none" normalizeH="0" baseline="0" dirty="0">
              <a:ln>
                <a:noFill/>
              </a:ln>
              <a:solidFill>
                <a:schemeClr val="tx1">
                  <a:lumMod val="95000"/>
                  <a:lumOff val="5000"/>
                </a:schemeClr>
              </a:solidFill>
              <a:effectLst/>
              <a:latin typeface="Calibri" panose="020F0502020204030204" pitchFamily="34" charset="0"/>
              <a:ea typeface="Calibri" panose="020F0502020204030204" pitchFamily="34" charset="0"/>
              <a:cs typeface="Calibri" panose="020F0502020204030204" pitchFamily="34" charset="0"/>
            </a:endParaRPr>
          </a:p>
        </p:txBody>
      </p:sp>
      <p:pic>
        <p:nvPicPr>
          <p:cNvPr id="5" name="Picture 4">
            <a:extLst>
              <a:ext uri="{FF2B5EF4-FFF2-40B4-BE49-F238E27FC236}">
                <a16:creationId xmlns:a16="http://schemas.microsoft.com/office/drawing/2014/main" id="{480307B8-BFA2-9DCE-25E0-585273C390E4}"/>
              </a:ext>
            </a:extLst>
          </p:cNvPr>
          <p:cNvPicPr>
            <a:picLocks noChangeAspect="1"/>
          </p:cNvPicPr>
          <p:nvPr/>
        </p:nvPicPr>
        <p:blipFill>
          <a:blip r:embed="rId2"/>
          <a:stretch>
            <a:fillRect/>
          </a:stretch>
        </p:blipFill>
        <p:spPr>
          <a:xfrm>
            <a:off x="713434" y="1369610"/>
            <a:ext cx="10932605" cy="4929135"/>
          </a:xfrm>
          <a:prstGeom prst="rect">
            <a:avLst/>
          </a:prstGeom>
        </p:spPr>
      </p:pic>
    </p:spTree>
    <p:extLst>
      <p:ext uri="{BB962C8B-B14F-4D97-AF65-F5344CB8AC3E}">
        <p14:creationId xmlns:p14="http://schemas.microsoft.com/office/powerpoint/2010/main" val="35103235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A0AC9DC-BE3D-52C4-32E0-A7B7A2BF3396}"/>
            </a:ext>
          </a:extLst>
        </p:cNvPr>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504ACB79-25C9-8BFB-7CF7-133EBE8122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27CD3E4A-83AE-5101-A109-A18C410A9C6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5125019" y="0"/>
            <a:ext cx="7066978" cy="6858000"/>
          </a:xfrm>
          <a:prstGeom prst="rect">
            <a:avLst/>
          </a:prstGeom>
          <a:gradFill>
            <a:gsLst>
              <a:gs pos="48000">
                <a:schemeClr val="bg1"/>
              </a:gs>
              <a:gs pos="35000">
                <a:schemeClr val="bg1">
                  <a:alpha val="77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Text Placeholder 8">
            <a:extLst>
              <a:ext uri="{FF2B5EF4-FFF2-40B4-BE49-F238E27FC236}">
                <a16:creationId xmlns:a16="http://schemas.microsoft.com/office/drawing/2014/main" id="{8271CCA2-5EAD-81C7-9747-F6E5E07D2264}"/>
              </a:ext>
            </a:extLst>
          </p:cNvPr>
          <p:cNvSpPr>
            <a:spLocks noGrp="1"/>
          </p:cNvSpPr>
          <p:nvPr>
            <p:ph type="body" sz="quarter" idx="13"/>
          </p:nvPr>
        </p:nvSpPr>
        <p:spPr>
          <a:xfrm>
            <a:off x="1007827" y="559255"/>
            <a:ext cx="9517712" cy="980149"/>
          </a:xfrm>
          <a:noFill/>
        </p:spPr>
        <p:txBody>
          <a:bodyPr vert="horz" lIns="91440" tIns="45720" rIns="91440" bIns="45720" rtlCol="0">
            <a:noAutofit/>
          </a:bodyPr>
          <a:lstStyle/>
          <a:p>
            <a:r>
              <a:rPr lang="en-US" sz="4800" dirty="0">
                <a:solidFill>
                  <a:schemeClr val="tx1"/>
                </a:solidFill>
                <a:latin typeface="Calibri" panose="020F0502020204030204" pitchFamily="34" charset="0"/>
                <a:ea typeface="Calibri" panose="020F0502020204030204" pitchFamily="34" charset="0"/>
                <a:cs typeface="Calibri" panose="020F0502020204030204" pitchFamily="34" charset="0"/>
              </a:rPr>
              <a:t>MySQL</a:t>
            </a:r>
          </a:p>
        </p:txBody>
      </p:sp>
      <p:pic>
        <p:nvPicPr>
          <p:cNvPr id="3" name="Picture 2">
            <a:extLst>
              <a:ext uri="{FF2B5EF4-FFF2-40B4-BE49-F238E27FC236}">
                <a16:creationId xmlns:a16="http://schemas.microsoft.com/office/drawing/2014/main" id="{CF07C1D1-F399-DE4F-D97A-9E481E4DE731}"/>
              </a:ext>
            </a:extLst>
          </p:cNvPr>
          <p:cNvPicPr>
            <a:picLocks noChangeAspect="1"/>
          </p:cNvPicPr>
          <p:nvPr/>
        </p:nvPicPr>
        <p:blipFill>
          <a:blip r:embed="rId2"/>
          <a:stretch>
            <a:fillRect/>
          </a:stretch>
        </p:blipFill>
        <p:spPr>
          <a:xfrm>
            <a:off x="742452" y="1272208"/>
            <a:ext cx="10048462" cy="5266083"/>
          </a:xfrm>
          <a:prstGeom prst="rect">
            <a:avLst/>
          </a:prstGeom>
        </p:spPr>
      </p:pic>
    </p:spTree>
    <p:extLst>
      <p:ext uri="{BB962C8B-B14F-4D97-AF65-F5344CB8AC3E}">
        <p14:creationId xmlns:p14="http://schemas.microsoft.com/office/powerpoint/2010/main" val="129513746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E30EC8E-3869-F822-CEEF-0EE7D432AAE9}"/>
            </a:ext>
          </a:extLst>
        </p:cNvPr>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B942F519-BF0B-6C41-000D-902EBE04EC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607B72A5-F44C-9D5E-91D7-8BDAD977089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5125019" y="0"/>
            <a:ext cx="7066978" cy="6858000"/>
          </a:xfrm>
          <a:prstGeom prst="rect">
            <a:avLst/>
          </a:prstGeom>
          <a:gradFill>
            <a:gsLst>
              <a:gs pos="48000">
                <a:schemeClr val="bg1"/>
              </a:gs>
              <a:gs pos="35000">
                <a:schemeClr val="bg1">
                  <a:alpha val="77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Text Placeholder 2">
            <a:extLst>
              <a:ext uri="{FF2B5EF4-FFF2-40B4-BE49-F238E27FC236}">
                <a16:creationId xmlns:a16="http://schemas.microsoft.com/office/drawing/2014/main" id="{23F367EB-FAF9-F60B-3AFF-47F1FE7B629D}"/>
              </a:ext>
            </a:extLst>
          </p:cNvPr>
          <p:cNvSpPr>
            <a:spLocks noGrp="1"/>
          </p:cNvSpPr>
          <p:nvPr>
            <p:ph type="body" sz="quarter" idx="13"/>
          </p:nvPr>
        </p:nvSpPr>
        <p:spPr/>
        <p:txBody>
          <a:bodyPr/>
          <a:lstStyle/>
          <a:p>
            <a:endParaRPr lang="en-IN"/>
          </a:p>
        </p:txBody>
      </p:sp>
      <p:pic>
        <p:nvPicPr>
          <p:cNvPr id="5122" name="Picture 2" descr="Creative Thank You Slide For Ppt - SlideKit">
            <a:extLst>
              <a:ext uri="{FF2B5EF4-FFF2-40B4-BE49-F238E27FC236}">
                <a16:creationId xmlns:a16="http://schemas.microsoft.com/office/drawing/2014/main" id="{0C143FEF-1923-0C08-5285-6C0E7BBDC3C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46486235"/>
      </p:ext>
    </p:extLst>
  </p:cSld>
  <p:clrMapOvr>
    <a:masterClrMapping/>
  </p:clrMapOvr>
</p:sld>
</file>

<file path=ppt/theme/theme1.xml><?xml version="1.0" encoding="utf-8"?>
<a:theme xmlns:a="http://schemas.openxmlformats.org/drawingml/2006/main" name="Office Theme">
  <a:themeElements>
    <a:clrScheme name="Minimalist Presentation">
      <a:dk1>
        <a:sysClr val="windowText" lastClr="000000"/>
      </a:dk1>
      <a:lt1>
        <a:sysClr val="window" lastClr="FFFFFF"/>
      </a:lt1>
      <a:dk2>
        <a:srgbClr val="ABABAB"/>
      </a:dk2>
      <a:lt2>
        <a:srgbClr val="F2F1EE"/>
      </a:lt2>
      <a:accent1>
        <a:srgbClr val="D8D2CD"/>
      </a:accent1>
      <a:accent2>
        <a:srgbClr val="C0C9C2"/>
      </a:accent2>
      <a:accent3>
        <a:srgbClr val="A5A5A5"/>
      </a:accent3>
      <a:accent4>
        <a:srgbClr val="FFC000"/>
      </a:accent4>
      <a:accent5>
        <a:srgbClr val="5B9BD5"/>
      </a:accent5>
      <a:accent6>
        <a:srgbClr val="70AD47"/>
      </a:accent6>
      <a:hlink>
        <a:srgbClr val="0563C1"/>
      </a:hlink>
      <a:folHlink>
        <a:srgbClr val="954F72"/>
      </a:folHlink>
    </a:clrScheme>
    <a:fontScheme name="Custom 3">
      <a:majorFont>
        <a:latin typeface="Biome Light"/>
        <a:ea typeface=""/>
        <a:cs typeface=""/>
      </a:majorFont>
      <a:minorFont>
        <a:latin typeface="Biome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Minimalist color presentation_Win32_LW_v2.potx" id="{B7F4C684-7BE5-4BD8-BEBE-7F207A45F474}" vid="{9091DE1E-F617-4C59-950B-F96736B889D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D0976319-4513-485C-AD3A-E56C39927A38}">
  <ds:schemaRefs>
    <ds:schemaRef ds:uri="http://schemas.microsoft.com/office/2006/metadata/properties"/>
    <ds:schemaRef ds:uri="http://schemas.microsoft.com/office/infopath/2007/PartnerControls"/>
    <ds:schemaRef ds:uri="71af3243-3dd4-4a8d-8c0d-dd76da1f02a5"/>
  </ds:schemaRefs>
</ds:datastoreItem>
</file>

<file path=customXml/itemProps2.xml><?xml version="1.0" encoding="utf-8"?>
<ds:datastoreItem xmlns:ds="http://schemas.openxmlformats.org/officeDocument/2006/customXml" ds:itemID="{53A10211-FBDE-44DA-8AD6-29E596B2975F}">
  <ds:schemaRefs>
    <ds:schemaRef ds:uri="http://schemas.microsoft.com/sharepoint/v3/contenttype/forms"/>
  </ds:schemaRefs>
</ds:datastoreItem>
</file>

<file path=customXml/itemProps3.xml><?xml version="1.0" encoding="utf-8"?>
<ds:datastoreItem xmlns:ds="http://schemas.openxmlformats.org/officeDocument/2006/customXml" ds:itemID="{6A1B7BBB-8F46-4BA8-85EC-2ECC1D2E329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Minimalist color presentation</Template>
  <TotalTime>277</TotalTime>
  <Words>477</Words>
  <Application>Microsoft Office PowerPoint</Application>
  <PresentationFormat>Widescreen</PresentationFormat>
  <Paragraphs>68</Paragraphs>
  <Slides>14</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Arial</vt:lpstr>
      <vt:lpstr>Biome Light</vt:lpstr>
      <vt:lpstr>Calibri</vt:lpstr>
      <vt:lpstr>Wingdings</vt:lpstr>
      <vt:lpstr>Office Theme</vt:lpstr>
      <vt:lpstr>Crop Cultivation Guidance System for Farmers</vt:lpstr>
      <vt:lpstr>INTRODUCTION</vt:lpstr>
      <vt:lpstr>PROBLEM STATEMENT</vt:lpstr>
      <vt:lpstr>To design and develop a simple database-driven application that assists farmers in selecting suitable and profitable crops using Java and MySQL.   1. Build a farmer-friendly crop advisory system using Java Swing.   2.Implement secure farmer registration and login using JDBC and SQL queries.   3.Provide crop recommendations based on land, budget, season, and irrigation method.   4.Display investment, profit estimation, and irrigation guidance for selected crops.   5.Gain practical experience in integrating Java applications with a MySQL database.</vt:lpstr>
      <vt:lpstr>TECHNOLOGY USED</vt:lpstr>
      <vt:lpstr>PowerPoint Presentation</vt:lpstr>
      <vt:lpstr>Programming &amp; Connectivity</vt:lpstr>
      <vt:lpstr>Eclipse IDE is used for coding, debugging, and running the project.      MySQL Workbench is used to create and manage database tables.      The system follows a simple layered architecture.       Separates user interface, logic, and database handling.       Improves maintainability and understanding of the project.</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RANITHA N</dc:creator>
  <cp:lastModifiedBy>RANITHA N</cp:lastModifiedBy>
  <cp:revision>1</cp:revision>
  <dcterms:created xsi:type="dcterms:W3CDTF">2026-01-07T19:36:59Z</dcterms:created>
  <dcterms:modified xsi:type="dcterms:W3CDTF">2026-01-08T16:00:47Z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